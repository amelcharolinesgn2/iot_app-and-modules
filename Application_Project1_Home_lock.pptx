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7" r:id="rId1"/>
  </p:sldMasterIdLst>
  <p:notesMasterIdLst>
    <p:notesMasterId r:id="rId45"/>
  </p:notesMasterIdLst>
  <p:sldIdLst>
    <p:sldId id="370" r:id="rId2"/>
    <p:sldId id="393" r:id="rId3"/>
    <p:sldId id="388" r:id="rId4"/>
    <p:sldId id="389" r:id="rId5"/>
    <p:sldId id="390" r:id="rId6"/>
    <p:sldId id="391" r:id="rId7"/>
    <p:sldId id="392" r:id="rId8"/>
    <p:sldId id="394" r:id="rId9"/>
    <p:sldId id="395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406" r:id="rId21"/>
    <p:sldId id="407" r:id="rId22"/>
    <p:sldId id="408" r:id="rId23"/>
    <p:sldId id="409" r:id="rId24"/>
    <p:sldId id="410" r:id="rId25"/>
    <p:sldId id="411" r:id="rId26"/>
    <p:sldId id="412" r:id="rId27"/>
    <p:sldId id="413" r:id="rId28"/>
    <p:sldId id="414" r:id="rId29"/>
    <p:sldId id="415" r:id="rId30"/>
    <p:sldId id="416" r:id="rId31"/>
    <p:sldId id="417" r:id="rId32"/>
    <p:sldId id="419" r:id="rId33"/>
    <p:sldId id="418" r:id="rId34"/>
    <p:sldId id="420" r:id="rId35"/>
    <p:sldId id="421" r:id="rId36"/>
    <p:sldId id="422" r:id="rId37"/>
    <p:sldId id="423" r:id="rId38"/>
    <p:sldId id="424" r:id="rId39"/>
    <p:sldId id="425" r:id="rId40"/>
    <p:sldId id="426" r:id="rId41"/>
    <p:sldId id="427" r:id="rId42"/>
    <p:sldId id="428" r:id="rId43"/>
    <p:sldId id="42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1A9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0943" autoAdjust="0"/>
  </p:normalViewPr>
  <p:slideViewPr>
    <p:cSldViewPr snapToGrid="0">
      <p:cViewPr varScale="1">
        <p:scale>
          <a:sx n="82" d="100"/>
          <a:sy n="82" d="100"/>
        </p:scale>
        <p:origin x="16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AD89A-DE75-490E-B3B8-DA645685EB5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2648F-4152-4278-B136-F77E8E2B3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2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https://docs.openstack.org/liberty/install-guide-rdo/overview.html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28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https://github.com/suvam</a:t>
            </a:r>
          </a:p>
          <a:p>
            <a:r>
              <a:rPr lang="en-US" dirty="0" smtClean="0"/>
              <a:t>https://github.com/suvambasak/HomeLockbasak/HomeLock</a:t>
            </a:r>
          </a:p>
          <a:p>
            <a:endParaRPr lang="en-US" dirty="0" smtClean="0"/>
          </a:p>
          <a:p>
            <a:r>
              <a:rPr lang="it-IT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Raspberry Pi 3 Model B https://github.com/suvambasak/lock-server</a:t>
            </a:r>
          </a:p>
          <a:p>
            <a:endParaRPr lang="it-IT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 smtClean="0"/>
              <a:t>https://github.com/suvambasak/lock-server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03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OK https://github.com/suvambasak/lock-server</a:t>
            </a:r>
          </a:p>
          <a:p>
            <a:r>
              <a:rPr lang="en-US" dirty="0" smtClean="0"/>
              <a:t>https://github.com/Joren-Thijs/IOT_DeviceManager</a:t>
            </a:r>
          </a:p>
          <a:p>
            <a:r>
              <a:rPr lang="en-US" dirty="0" smtClean="0"/>
              <a:t>https://medium.com/engineering-iot/building-a-real-time-sensor-monitoring-system-with-esp32-and-freertos-b4e4f214df8e</a:t>
            </a:r>
          </a:p>
          <a:p>
            <a:r>
              <a:rPr lang="en-US" dirty="0" smtClean="0"/>
              <a:t>https://github.com/Joren-Thijs/IOT_DeviceManager</a:t>
            </a:r>
          </a:p>
          <a:p>
            <a:r>
              <a:rPr lang="en-US" dirty="0" smtClean="0"/>
              <a:t>https://github.com/Joren-Thijs/IOT_DeviceManager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32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30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68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69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Make sure to import </a:t>
            </a:r>
            <a:r>
              <a:rPr lang="en-US" dirty="0" err="1" smtClean="0"/>
              <a:t>HttpClientModule</a:t>
            </a:r>
            <a:r>
              <a:rPr lang="en-US" dirty="0" smtClean="0"/>
              <a:t> in </a:t>
            </a:r>
            <a:r>
              <a:rPr lang="en-US" dirty="0" err="1" smtClean="0"/>
              <a:t>app.module.ts</a:t>
            </a:r>
            <a:r>
              <a:rPr lang="en-US" dirty="0" smtClean="0"/>
              <a:t> and run Angular dev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54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24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40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Make sure to import </a:t>
            </a:r>
            <a:r>
              <a:rPr lang="en-US" dirty="0" err="1" smtClean="0"/>
              <a:t>HttpClientModule</a:t>
            </a:r>
            <a:r>
              <a:rPr lang="en-US" dirty="0" smtClean="0"/>
              <a:t> in </a:t>
            </a:r>
            <a:r>
              <a:rPr lang="en-US" dirty="0" err="1" smtClean="0"/>
              <a:t>app.module.ts</a:t>
            </a:r>
            <a:r>
              <a:rPr lang="en-US" dirty="0" smtClean="0"/>
              <a:t> and run Angular dev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95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Make sure to import </a:t>
            </a:r>
            <a:r>
              <a:rPr lang="en-US" dirty="0" err="1" smtClean="0"/>
              <a:t>HttpClientModule</a:t>
            </a:r>
            <a:r>
              <a:rPr lang="en-US" dirty="0" smtClean="0"/>
              <a:t> in </a:t>
            </a:r>
            <a:r>
              <a:rPr lang="en-US" dirty="0" err="1" smtClean="0"/>
              <a:t>app.module.ts</a:t>
            </a:r>
            <a:r>
              <a:rPr lang="en-US" dirty="0" smtClean="0"/>
              <a:t> and run Angular dev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24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77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898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83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22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53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9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0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7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2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8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0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4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2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4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0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gminresearch.com/articles/html/igmin303?utm_source=chatgpt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mosquitto.org/download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891" y="0"/>
            <a:ext cx="5305425" cy="338137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70421" y="1795824"/>
            <a:ext cx="4804363" cy="1929688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4000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4000" dirty="0" smtClean="0">
                  <a:solidFill>
                    <a:srgbClr val="00B0F0"/>
                  </a:solidFill>
                </a:rPr>
                <a:t>Vision</a:t>
              </a:r>
              <a:endParaRPr lang="en-US" sz="4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743" y="2639596"/>
            <a:ext cx="446086" cy="6358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363" y="2655435"/>
            <a:ext cx="613391" cy="5827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45" y="2639596"/>
            <a:ext cx="599662" cy="577554"/>
          </a:xfrm>
          <a:prstGeom prst="rect">
            <a:avLst/>
          </a:prstGeom>
        </p:spPr>
      </p:pic>
      <p:sp>
        <p:nvSpPr>
          <p:cNvPr id="26" name="Subtitle 2"/>
          <p:cNvSpPr txBox="1">
            <a:spLocks/>
          </p:cNvSpPr>
          <p:nvPr/>
        </p:nvSpPr>
        <p:spPr>
          <a:xfrm>
            <a:off x="3138827" y="3783967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800" b="1" dirty="0" smtClean="0">
                <a:solidFill>
                  <a:srgbClr val="002060"/>
                </a:solidFill>
              </a:rPr>
              <a:t>Project 1:</a:t>
            </a:r>
          </a:p>
          <a:p>
            <a:pPr algn="l"/>
            <a:r>
              <a:rPr lang="en-US" sz="4800" b="1" dirty="0" smtClean="0">
                <a:solidFill>
                  <a:srgbClr val="002060"/>
                </a:solidFill>
              </a:rPr>
              <a:t>Home Lock</a:t>
            </a:r>
            <a:endParaRPr lang="en-US" sz="4800" dirty="0">
              <a:solidFill>
                <a:srgbClr val="00B0F0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3124" y="1196944"/>
            <a:ext cx="5069313" cy="3117627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9440394" y="6033188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29589" y="5894689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14754" y="6171688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22794" y="6310187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8286" y="6425603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954" y="6556454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111495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1_Home Lock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546" y="1690688"/>
            <a:ext cx="2444708" cy="43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34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HomeLock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8386" y="1482725"/>
            <a:ext cx="2447627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013" y="1482725"/>
            <a:ext cx="1957388" cy="43513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36494" y="36512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Pi Camera</a:t>
            </a:r>
          </a:p>
          <a:p>
            <a:r>
              <a:rPr lang="en-US" dirty="0"/>
              <a:t>HC-SRO4 Ultrasonic Sensor (Trig = 6, Echo = 13)</a:t>
            </a:r>
          </a:p>
          <a:p>
            <a:r>
              <a:rPr lang="en-US" dirty="0"/>
              <a:t>28BYJ-48 Stepper Motor and ULN2003 Driver (pin: 4, 17, 27, 22)</a:t>
            </a:r>
          </a:p>
          <a:p>
            <a:r>
              <a:rPr lang="en-US" dirty="0"/>
              <a:t>Push button (pin 26)</a:t>
            </a:r>
          </a:p>
          <a:p>
            <a:r>
              <a:rPr lang="en-US" dirty="0"/>
              <a:t>LED (pin 19)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5608" y="4407511"/>
            <a:ext cx="2178198" cy="2245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15075" y="2252801"/>
            <a:ext cx="117538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.</a:t>
            </a:r>
            <a:r>
              <a:rPr lang="en-US" dirty="0" err="1" smtClean="0"/>
              <a:t>vscode</a:t>
            </a:r>
            <a:r>
              <a:rPr lang="en-US" dirty="0" smtClean="0"/>
              <a:t> 			Renamed </a:t>
            </a:r>
            <a:r>
              <a:rPr lang="en-US" dirty="0"/>
              <a:t>solution</a:t>
            </a:r>
          </a:p>
          <a:p>
            <a:r>
              <a:rPr lang="en-US" dirty="0" err="1" smtClean="0"/>
              <a:t>IOT_DeviceManager.API.Test</a:t>
            </a:r>
            <a:r>
              <a:rPr lang="en-US" dirty="0" smtClean="0"/>
              <a:t>		updated </a:t>
            </a:r>
            <a:r>
              <a:rPr lang="en-US" dirty="0" err="1"/>
              <a:t>dependencys</a:t>
            </a:r>
            <a:endParaRPr lang="en-US" dirty="0"/>
          </a:p>
          <a:p>
            <a:r>
              <a:rPr lang="en-US" dirty="0"/>
              <a:t>5 years ago</a:t>
            </a:r>
          </a:p>
          <a:p>
            <a:r>
              <a:rPr lang="en-US" dirty="0" err="1" smtClean="0"/>
              <a:t>IOT_DeviceManager.API</a:t>
            </a:r>
            <a:r>
              <a:rPr lang="en-US" dirty="0" smtClean="0"/>
              <a:t>		added </a:t>
            </a:r>
            <a:r>
              <a:rPr lang="en-US" dirty="0"/>
              <a:t>subscription to </a:t>
            </a:r>
            <a:r>
              <a:rPr lang="en-US" dirty="0" err="1"/>
              <a:t>mqtt</a:t>
            </a:r>
            <a:r>
              <a:rPr lang="en-US" dirty="0"/>
              <a:t> will messages</a:t>
            </a:r>
          </a:p>
          <a:p>
            <a:r>
              <a:rPr lang="en-US" dirty="0" err="1" smtClean="0"/>
              <a:t>IOT_DeviceManager.APP</a:t>
            </a:r>
            <a:r>
              <a:rPr lang="en-US" dirty="0" smtClean="0"/>
              <a:t>		refactored </a:t>
            </a:r>
            <a:r>
              <a:rPr lang="en-US" dirty="0"/>
              <a:t>code</a:t>
            </a:r>
          </a:p>
          <a:p>
            <a:r>
              <a:rPr lang="en-US" dirty="0" err="1" smtClean="0"/>
              <a:t>IOT_DeviceManager.IOT</a:t>
            </a:r>
            <a:r>
              <a:rPr lang="en-US" dirty="0" smtClean="0"/>
              <a:t>		Added </a:t>
            </a:r>
            <a:r>
              <a:rPr lang="en-US" dirty="0"/>
              <a:t>device disconnected unexpectedly handler</a:t>
            </a:r>
          </a:p>
          <a:p>
            <a:r>
              <a:rPr lang="en-US" dirty="0" err="1" smtClean="0"/>
              <a:t>IOT_DeviceManager.MQTTbroker</a:t>
            </a:r>
            <a:r>
              <a:rPr lang="en-US" dirty="0" smtClean="0"/>
              <a:t>	Renamed </a:t>
            </a:r>
            <a:r>
              <a:rPr lang="en-US" dirty="0"/>
              <a:t>solution</a:t>
            </a:r>
          </a:p>
          <a:p>
            <a:r>
              <a:rPr lang="en-US" dirty="0" err="1" smtClean="0"/>
              <a:t>IOT_DeviceManager.Web</a:t>
            </a:r>
            <a:r>
              <a:rPr lang="en-US" dirty="0" smtClean="0"/>
              <a:t>/web	Bump </a:t>
            </a:r>
            <a:r>
              <a:rPr lang="en-US" dirty="0"/>
              <a:t>follow-redirects in /</a:t>
            </a:r>
            <a:r>
              <a:rPr lang="en-US" dirty="0" err="1" smtClean="0"/>
              <a:t>IOT_DeviceManager.Web</a:t>
            </a:r>
            <a:r>
              <a:rPr lang="en-US" dirty="0" smtClean="0"/>
              <a:t>/web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26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40" y="1962150"/>
            <a:ext cx="2701759" cy="31670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600200"/>
            <a:ext cx="2876550" cy="17690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3545681"/>
            <a:ext cx="2837507" cy="17692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608" y="1600200"/>
            <a:ext cx="3409950" cy="296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37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🏗️ </a:t>
            </a:r>
            <a:r>
              <a:rPr lang="en-US" b="1" dirty="0" err="1"/>
              <a:t>Arsitektur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endParaRPr lang="en-US" b="1" dirty="0"/>
          </a:p>
          <a:p>
            <a:r>
              <a:rPr lang="en-US" dirty="0" err="1"/>
              <a:t>Proyek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mengintegrasikan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:</a:t>
            </a:r>
          </a:p>
          <a:p>
            <a:r>
              <a:rPr lang="en-US" b="1" dirty="0" err="1"/>
              <a:t>Perangkat</a:t>
            </a:r>
            <a:r>
              <a:rPr lang="en-US" b="1" dirty="0"/>
              <a:t> </a:t>
            </a:r>
            <a:r>
              <a:rPr lang="en-US" b="1" dirty="0" err="1"/>
              <a:t>IoT</a:t>
            </a:r>
            <a:r>
              <a:rPr lang="en-US" dirty="0"/>
              <a:t>: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fisik</a:t>
            </a:r>
            <a:r>
              <a:rPr lang="en-US" dirty="0"/>
              <a:t> yang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protokol</a:t>
            </a:r>
            <a:r>
              <a:rPr lang="en-US" dirty="0"/>
              <a:t> MQTT.</a:t>
            </a:r>
          </a:p>
          <a:p>
            <a:r>
              <a:rPr lang="en-US" b="1" dirty="0"/>
              <a:t>Broker MQTT</a:t>
            </a:r>
            <a:r>
              <a:rPr lang="en-US" dirty="0"/>
              <a:t>: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mendistribusikan</a:t>
            </a:r>
            <a:r>
              <a:rPr lang="en-US" dirty="0"/>
              <a:t> </a:t>
            </a:r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IoT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backend.</a:t>
            </a:r>
          </a:p>
          <a:p>
            <a:r>
              <a:rPr lang="en-US" b="1" dirty="0"/>
              <a:t>Backend API</a:t>
            </a:r>
            <a:r>
              <a:rPr lang="en-US" dirty="0"/>
              <a:t>: </a:t>
            </a:r>
            <a:r>
              <a:rPr lang="en-US" dirty="0" err="1"/>
              <a:t>Dibangun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ASP.NET Core 3.1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menangani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database.</a:t>
            </a:r>
          </a:p>
          <a:p>
            <a:r>
              <a:rPr lang="en-US" b="1" dirty="0"/>
              <a:t>Database MongoDB</a:t>
            </a:r>
            <a:r>
              <a:rPr lang="en-US" dirty="0"/>
              <a:t>: </a:t>
            </a:r>
            <a:r>
              <a:rPr lang="en-US" dirty="0" err="1"/>
              <a:t>Menyimpan</a:t>
            </a:r>
            <a:r>
              <a:rPr lang="en-US" dirty="0"/>
              <a:t> data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pengaturan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.</a:t>
            </a:r>
          </a:p>
          <a:p>
            <a:r>
              <a:rPr lang="en-US" b="1" dirty="0" err="1"/>
              <a:t>Antarmuka</a:t>
            </a:r>
            <a:r>
              <a:rPr lang="en-US" b="1" dirty="0"/>
              <a:t> Web</a:t>
            </a:r>
            <a:r>
              <a:rPr lang="en-US" dirty="0"/>
              <a:t>: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Angular 9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.</a:t>
            </a:r>
          </a:p>
          <a:p>
            <a:r>
              <a:rPr lang="en-US" b="1" dirty="0" err="1"/>
              <a:t>Aplikasi</a:t>
            </a:r>
            <a:r>
              <a:rPr lang="en-US" b="1" dirty="0"/>
              <a:t> Android</a:t>
            </a:r>
            <a:r>
              <a:rPr lang="en-US" dirty="0"/>
              <a:t>: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Xamarin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ponsel</a:t>
            </a:r>
            <a:r>
              <a:rPr lang="en-US" dirty="0"/>
              <a:t>.</a:t>
            </a:r>
          </a:p>
          <a:p>
            <a:r>
              <a:rPr lang="en-US" b="1" dirty="0" err="1"/>
              <a:t>Containerisasi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Docker</a:t>
            </a:r>
            <a:r>
              <a:rPr lang="en-US" dirty="0"/>
              <a:t>: </a:t>
            </a:r>
            <a:r>
              <a:rPr lang="en-US" dirty="0" err="1"/>
              <a:t>Menyederhanakan</a:t>
            </a:r>
            <a:r>
              <a:rPr lang="en-US" dirty="0"/>
              <a:t> proses deployment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pengelolaan</a:t>
            </a:r>
            <a:r>
              <a:rPr lang="en-US" dirty="0"/>
              <a:t> </a:t>
            </a:r>
            <a:r>
              <a:rPr lang="en-US" dirty="0" err="1"/>
              <a:t>dependensi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9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🔄 </a:t>
            </a:r>
            <a:r>
              <a:rPr lang="en-US" b="1" dirty="0" err="1"/>
              <a:t>Alur</a:t>
            </a:r>
            <a:r>
              <a:rPr lang="en-US" b="1" dirty="0"/>
              <a:t> </a:t>
            </a:r>
            <a:r>
              <a:rPr lang="en-US" b="1" dirty="0" err="1"/>
              <a:t>Kerja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endParaRPr lang="en-US" b="1" dirty="0"/>
          </a:p>
          <a:p>
            <a:r>
              <a:rPr lang="en-US" b="1" dirty="0" err="1"/>
              <a:t>Pengumpulan</a:t>
            </a:r>
            <a:r>
              <a:rPr lang="en-US" b="1" dirty="0"/>
              <a:t> Data</a:t>
            </a:r>
            <a:r>
              <a:rPr lang="en-US" dirty="0"/>
              <a:t>: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IoT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data </a:t>
            </a:r>
            <a:r>
              <a:rPr lang="en-US" dirty="0" err="1"/>
              <a:t>melalui</a:t>
            </a:r>
            <a:r>
              <a:rPr lang="en-US" dirty="0"/>
              <a:t> broker MQTT.</a:t>
            </a:r>
          </a:p>
          <a:p>
            <a:r>
              <a:rPr lang="en-US" b="1" dirty="0" err="1"/>
              <a:t>Penyimpanan</a:t>
            </a:r>
            <a:r>
              <a:rPr lang="en-US" b="1" dirty="0"/>
              <a:t> Data</a:t>
            </a:r>
            <a:r>
              <a:rPr lang="en-US" dirty="0"/>
              <a:t>: Backend API </a:t>
            </a:r>
            <a:r>
              <a:rPr lang="en-US" dirty="0" err="1"/>
              <a:t>menerima</a:t>
            </a:r>
            <a:r>
              <a:rPr lang="en-US" dirty="0"/>
              <a:t> data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menyimpannya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MongoDB.</a:t>
            </a:r>
          </a:p>
          <a:p>
            <a:r>
              <a:rPr lang="en-US" b="1" dirty="0" err="1"/>
              <a:t>Visualisasi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Manajemen</a:t>
            </a:r>
            <a:r>
              <a:rPr lang="en-US" dirty="0"/>
              <a:t>: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antarmuka</a:t>
            </a:r>
            <a:r>
              <a:rPr lang="en-US" dirty="0"/>
              <a:t> web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Android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data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mengontrol</a:t>
            </a:r>
            <a:r>
              <a:rPr lang="en-US" dirty="0"/>
              <a:t> perangkat.</a:t>
            </a:r>
            <a:r>
              <a:rPr lang="en-US" dirty="0">
                <a:hlinkClick r:id="rId2"/>
              </a:rPr>
              <a:t>igminresearch.com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2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96488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🖼️ Diagram </a:t>
            </a:r>
            <a:r>
              <a:rPr lang="en-US" dirty="0" err="1"/>
              <a:t>TopologiBerikut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representasi</a:t>
            </a:r>
            <a:r>
              <a:rPr lang="en-US" dirty="0"/>
              <a:t> visual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arsitektur</a:t>
            </a:r>
            <a:r>
              <a:rPr lang="en-US" dirty="0"/>
              <a:t> </a:t>
            </a:r>
            <a:r>
              <a:rPr lang="en-US" dirty="0" err="1" smtClean="0"/>
              <a:t>sistem:luaSalinEdit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438400" y="2611220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+----------------+     +----------------+     +------------------+</a:t>
            </a:r>
          </a:p>
          <a:p>
            <a:r>
              <a:rPr lang="en-US" dirty="0"/>
              <a:t>|   </a:t>
            </a:r>
            <a:r>
              <a:rPr lang="en-US" dirty="0" err="1"/>
              <a:t>IoT</a:t>
            </a:r>
            <a:r>
              <a:rPr lang="en-US" dirty="0"/>
              <a:t> Device   | &lt;-- |   MQTT Broker  | &lt;-- | Backend API (ASP.NET) |</a:t>
            </a:r>
          </a:p>
          <a:p>
            <a:r>
              <a:rPr lang="en-US" dirty="0"/>
              <a:t>+----------------+     +----------------+     +------------------+</a:t>
            </a:r>
          </a:p>
          <a:p>
            <a:r>
              <a:rPr lang="en-US" dirty="0"/>
              <a:t>                              |</a:t>
            </a:r>
          </a:p>
          <a:p>
            <a:r>
              <a:rPr lang="en-US" dirty="0"/>
              <a:t>                              v</a:t>
            </a:r>
          </a:p>
          <a:p>
            <a:r>
              <a:rPr lang="en-US" dirty="0"/>
              <a:t>                        +-------------+</a:t>
            </a:r>
          </a:p>
          <a:p>
            <a:r>
              <a:rPr lang="en-US" dirty="0"/>
              <a:t>                        |  MongoDB    |</a:t>
            </a:r>
          </a:p>
          <a:p>
            <a:r>
              <a:rPr lang="en-US" dirty="0"/>
              <a:t>                        +-------------+</a:t>
            </a:r>
          </a:p>
          <a:p>
            <a:r>
              <a:rPr lang="en-US" dirty="0"/>
              <a:t>                              |</a:t>
            </a:r>
          </a:p>
          <a:p>
            <a:r>
              <a:rPr lang="en-US" dirty="0"/>
              <a:t>             +----------------+----------------+</a:t>
            </a:r>
          </a:p>
          <a:p>
            <a:r>
              <a:rPr lang="en-US" dirty="0"/>
              <a:t>             |                                  |</a:t>
            </a:r>
          </a:p>
          <a:p>
            <a:r>
              <a:rPr lang="en-US" dirty="0"/>
              <a:t>       +-------------+                    +-------------+</a:t>
            </a:r>
          </a:p>
          <a:p>
            <a:r>
              <a:rPr lang="en-US" dirty="0"/>
              <a:t>       | Web Interface|                    | Android App  |</a:t>
            </a:r>
          </a:p>
          <a:p>
            <a:r>
              <a:rPr lang="en-US" dirty="0"/>
              <a:t>       +-------------+                    +-------------+</a:t>
            </a:r>
          </a:p>
        </p:txBody>
      </p:sp>
      <p:sp>
        <p:nvSpPr>
          <p:cNvPr id="7" name="Rectangle 6"/>
          <p:cNvSpPr/>
          <p:nvPr/>
        </p:nvSpPr>
        <p:spPr>
          <a:xfrm>
            <a:off x="7734300" y="41762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🛠️ </a:t>
            </a:r>
            <a:r>
              <a:rPr lang="en-US" dirty="0" err="1"/>
              <a:t>Teknologi</a:t>
            </a:r>
            <a:r>
              <a:rPr lang="en-US" dirty="0"/>
              <a:t> yang </a:t>
            </a:r>
            <a:r>
              <a:rPr lang="en-US" dirty="0" err="1"/>
              <a:t>DigunakanProtokol</a:t>
            </a:r>
            <a:r>
              <a:rPr lang="en-US" dirty="0"/>
              <a:t>: MQTT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ringan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perangkat.Backend</a:t>
            </a:r>
            <a:r>
              <a:rPr lang="en-US" dirty="0"/>
              <a:t>: ASP.NET Core 3.1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API.Frontend</a:t>
            </a:r>
            <a:r>
              <a:rPr lang="en-US" dirty="0"/>
              <a:t>: Angular 9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antarmuka</a:t>
            </a:r>
            <a:r>
              <a:rPr lang="en-US" dirty="0"/>
              <a:t> </a:t>
            </a:r>
            <a:r>
              <a:rPr lang="en-US" dirty="0" err="1"/>
              <a:t>web.Mobile</a:t>
            </a:r>
            <a:r>
              <a:rPr lang="en-US" dirty="0"/>
              <a:t>: </a:t>
            </a:r>
            <a:r>
              <a:rPr lang="en-US" dirty="0" err="1"/>
              <a:t>Xamarin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Android.Database</a:t>
            </a:r>
            <a:r>
              <a:rPr lang="en-US" dirty="0"/>
              <a:t>: MongoDB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penyimpanan</a:t>
            </a:r>
            <a:r>
              <a:rPr lang="en-US" dirty="0"/>
              <a:t> </a:t>
            </a:r>
            <a:r>
              <a:rPr lang="en-US" dirty="0" err="1"/>
              <a:t>data.Containerization</a:t>
            </a:r>
            <a:r>
              <a:rPr lang="en-US" dirty="0"/>
              <a:t>: Docker </a:t>
            </a:r>
            <a:r>
              <a:rPr lang="en-US" dirty="0" err="1"/>
              <a:t>untuk</a:t>
            </a:r>
            <a:r>
              <a:rPr lang="en-US" dirty="0"/>
              <a:t> deployment.</a:t>
            </a:r>
          </a:p>
        </p:txBody>
      </p:sp>
    </p:spTree>
    <p:extLst>
      <p:ext uri="{BB962C8B-B14F-4D97-AF65-F5344CB8AC3E}">
        <p14:creationId xmlns:p14="http://schemas.microsoft.com/office/powerpoint/2010/main" val="156599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" y="0"/>
            <a:ext cx="10515600" cy="1325563"/>
          </a:xfrm>
        </p:spPr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IoT</a:t>
            </a:r>
            <a:r>
              <a:rPr lang="en-US" dirty="0" smtClean="0"/>
              <a:t> Device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42900" y="1176952"/>
            <a:ext cx="508635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IoT</a:t>
            </a:r>
            <a:r>
              <a:rPr lang="en-US" dirty="0"/>
              <a:t> yang </a:t>
            </a:r>
            <a:r>
              <a:rPr lang="en-US" dirty="0" err="1"/>
              <a:t>mengirimkan</a:t>
            </a:r>
            <a:r>
              <a:rPr lang="en-US" dirty="0"/>
              <a:t> data </a:t>
            </a:r>
            <a:r>
              <a:rPr lang="en-US" dirty="0" err="1"/>
              <a:t>ke</a:t>
            </a:r>
            <a:r>
              <a:rPr lang="en-US" dirty="0"/>
              <a:t> MQTT broker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Installasi</a:t>
            </a:r>
            <a:r>
              <a:rPr lang="en-US" dirty="0" smtClean="0"/>
              <a:t> </a:t>
            </a:r>
            <a:r>
              <a:rPr lang="en-US" dirty="0"/>
              <a:t>&amp; </a:t>
            </a:r>
            <a:r>
              <a:rPr lang="en-US" dirty="0" err="1"/>
              <a:t>Konfigurasi:Hardware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 smtClean="0"/>
              <a:t>Raspberry </a:t>
            </a:r>
            <a:r>
              <a:rPr lang="en-US" dirty="0"/>
              <a:t>Pi / ESP32 / Arduino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internet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Software: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Program </a:t>
            </a:r>
            <a:r>
              <a:rPr lang="en-US" dirty="0"/>
              <a:t>client MQTT (</a:t>
            </a: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menggunakan</a:t>
            </a:r>
            <a:r>
              <a:rPr lang="en-US" dirty="0"/>
              <a:t> Python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paho-mqtt</a:t>
            </a:r>
            <a:r>
              <a:rPr lang="en-US" dirty="0"/>
              <a:t>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7234" y="242243"/>
            <a:ext cx="4886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Konfigurasi</a:t>
            </a:r>
            <a:r>
              <a:rPr lang="en-US" dirty="0" smtClean="0"/>
              <a:t> </a:t>
            </a:r>
            <a:r>
              <a:rPr lang="en-US" dirty="0"/>
              <a:t>MQTT client di </a:t>
            </a:r>
            <a:r>
              <a:rPr lang="en-US" dirty="0" err="1"/>
              <a:t>Python:pythonSalinEdit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667234" y="685800"/>
            <a:ext cx="6096000" cy="48013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paho.mqtt.client</a:t>
            </a:r>
            <a:r>
              <a:rPr lang="en-US" dirty="0"/>
              <a:t> as </a:t>
            </a:r>
            <a:r>
              <a:rPr lang="en-US" dirty="0" err="1"/>
              <a:t>mqtt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broker_address</a:t>
            </a:r>
            <a:r>
              <a:rPr lang="en-US" dirty="0"/>
              <a:t> = "IP_MQTT_BROKER"</a:t>
            </a:r>
          </a:p>
          <a:p>
            <a:r>
              <a:rPr lang="en-US" dirty="0"/>
              <a:t>topic = "sensor/data"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on_connect</a:t>
            </a:r>
            <a:r>
              <a:rPr lang="en-US" dirty="0"/>
              <a:t>(client, </a:t>
            </a:r>
            <a:r>
              <a:rPr lang="en-US" dirty="0" err="1"/>
              <a:t>userdata</a:t>
            </a:r>
            <a:r>
              <a:rPr lang="en-US" dirty="0"/>
              <a:t>, flags, </a:t>
            </a:r>
            <a:r>
              <a:rPr lang="en-US" dirty="0" err="1"/>
              <a:t>rc</a:t>
            </a:r>
            <a:r>
              <a:rPr lang="en-US" dirty="0"/>
              <a:t>):</a:t>
            </a:r>
          </a:p>
          <a:p>
            <a:r>
              <a:rPr lang="en-US" dirty="0"/>
              <a:t>    print("Connected with result code "+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rc</a:t>
            </a:r>
            <a:r>
              <a:rPr lang="en-US" dirty="0"/>
              <a:t>))</a:t>
            </a:r>
          </a:p>
          <a:p>
            <a:endParaRPr lang="en-US" dirty="0"/>
          </a:p>
          <a:p>
            <a:r>
              <a:rPr lang="en-US" dirty="0"/>
              <a:t>client = </a:t>
            </a:r>
            <a:r>
              <a:rPr lang="en-US" dirty="0" err="1"/>
              <a:t>mqtt.Client</a:t>
            </a:r>
            <a:r>
              <a:rPr lang="en-US" dirty="0"/>
              <a:t>()</a:t>
            </a:r>
          </a:p>
          <a:p>
            <a:r>
              <a:rPr lang="en-US" dirty="0" err="1"/>
              <a:t>client.on_connect</a:t>
            </a:r>
            <a:r>
              <a:rPr lang="en-US" dirty="0"/>
              <a:t> = </a:t>
            </a:r>
            <a:r>
              <a:rPr lang="en-US" dirty="0" err="1"/>
              <a:t>on_connect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client.connect</a:t>
            </a:r>
            <a:r>
              <a:rPr lang="en-US" dirty="0"/>
              <a:t>(</a:t>
            </a:r>
            <a:r>
              <a:rPr lang="en-US" dirty="0" err="1"/>
              <a:t>broker_address</a:t>
            </a:r>
            <a:r>
              <a:rPr lang="en-US" dirty="0"/>
              <a:t>, 1883, 60)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Contoh</a:t>
            </a:r>
            <a:r>
              <a:rPr lang="en-US" dirty="0"/>
              <a:t> publish data</a:t>
            </a:r>
          </a:p>
          <a:p>
            <a:r>
              <a:rPr lang="en-US" dirty="0" err="1"/>
              <a:t>client.publish</a:t>
            </a:r>
            <a:r>
              <a:rPr lang="en-US" dirty="0"/>
              <a:t>(topic, "sensor reading")</a:t>
            </a:r>
          </a:p>
          <a:p>
            <a:endParaRPr lang="en-US" dirty="0"/>
          </a:p>
          <a:p>
            <a:r>
              <a:rPr lang="en-US" dirty="0" err="1"/>
              <a:t>client.loop_forever</a:t>
            </a:r>
            <a:r>
              <a:rPr lang="en-US" dirty="0"/>
              <a:t>()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6004896"/>
            <a:ext cx="6258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Koneksikan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MQTT Broker </a:t>
            </a:r>
            <a:r>
              <a:rPr lang="en-US" dirty="0" err="1"/>
              <a:t>menggunakan</a:t>
            </a:r>
            <a:r>
              <a:rPr lang="en-US" dirty="0"/>
              <a:t> IP </a:t>
            </a:r>
            <a:r>
              <a:rPr lang="en-US" dirty="0" err="1"/>
              <a:t>dan</a:t>
            </a:r>
            <a:r>
              <a:rPr lang="en-US" dirty="0"/>
              <a:t> port broker.</a:t>
            </a:r>
          </a:p>
        </p:txBody>
      </p:sp>
    </p:spTree>
    <p:extLst>
      <p:ext uri="{BB962C8B-B14F-4D97-AF65-F5344CB8AC3E}">
        <p14:creationId xmlns:p14="http://schemas.microsoft.com/office/powerpoint/2010/main" val="219387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212725"/>
            <a:ext cx="10515600" cy="568325"/>
          </a:xfrm>
        </p:spPr>
        <p:txBody>
          <a:bodyPr>
            <a:normAutofit fontScale="90000"/>
          </a:bodyPr>
          <a:lstStyle/>
          <a:p>
            <a:r>
              <a:rPr lang="en-US" dirty="0"/>
              <a:t>2. MQTT Broker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50" y="127188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Server </a:t>
            </a:r>
            <a:r>
              <a:rPr lang="en-US" dirty="0" err="1"/>
              <a:t>pusat</a:t>
            </a:r>
            <a:r>
              <a:rPr lang="en-US" dirty="0"/>
              <a:t> yang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meneruskan</a:t>
            </a:r>
            <a:r>
              <a:rPr lang="en-US" dirty="0"/>
              <a:t> </a:t>
            </a:r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IoT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Backend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Installasi</a:t>
            </a:r>
            <a:r>
              <a:rPr lang="en-US" dirty="0" smtClean="0"/>
              <a:t> </a:t>
            </a:r>
            <a:r>
              <a:rPr lang="en-US" dirty="0"/>
              <a:t>&amp; </a:t>
            </a:r>
            <a:r>
              <a:rPr lang="en-US" dirty="0" err="1"/>
              <a:t>Konfigurasi</a:t>
            </a:r>
            <a:r>
              <a:rPr lang="en-US" dirty="0"/>
              <a:t> (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Mosquitto</a:t>
            </a:r>
            <a:r>
              <a:rPr lang="en-US" dirty="0" smtClean="0"/>
              <a:t>):</a:t>
            </a:r>
          </a:p>
          <a:p>
            <a:endParaRPr lang="en-US" dirty="0"/>
          </a:p>
          <a:p>
            <a:r>
              <a:rPr lang="en-US" dirty="0" smtClean="0"/>
              <a:t>Ubuntu: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2450" y="3190786"/>
            <a:ext cx="6096000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dirty="0" smtClean="0"/>
              <a:t>Bash					</a:t>
            </a:r>
            <a:r>
              <a:rPr lang="en-US" dirty="0" err="1" smtClean="0"/>
              <a:t>salin</a:t>
            </a:r>
            <a:r>
              <a:rPr lang="en-US" dirty="0" smtClean="0"/>
              <a:t> edit</a:t>
            </a:r>
          </a:p>
          <a:p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/>
              <a:t>apt update</a:t>
            </a:r>
          </a:p>
          <a:p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mosquitto</a:t>
            </a:r>
            <a:r>
              <a:rPr lang="en-US" dirty="0"/>
              <a:t> </a:t>
            </a:r>
            <a:r>
              <a:rPr lang="en-US" dirty="0" err="1"/>
              <a:t>mosquitto</a:t>
            </a:r>
            <a:r>
              <a:rPr lang="en-US" dirty="0"/>
              <a:t>-clients -y</a:t>
            </a:r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enable </a:t>
            </a:r>
            <a:r>
              <a:rPr lang="en-US" dirty="0" err="1"/>
              <a:t>mosquitto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start </a:t>
            </a:r>
            <a:r>
              <a:rPr lang="en-US" dirty="0" err="1"/>
              <a:t>mosquitto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52450" y="450267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Konfigurasi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File </a:t>
            </a:r>
            <a:r>
              <a:rPr lang="en-US" dirty="0" err="1"/>
              <a:t>konfigurasi</a:t>
            </a:r>
            <a:r>
              <a:rPr lang="en-US" dirty="0"/>
              <a:t> di /</a:t>
            </a:r>
            <a:r>
              <a:rPr lang="en-US" dirty="0" err="1" smtClean="0"/>
              <a:t>etc</a:t>
            </a:r>
            <a:r>
              <a:rPr lang="en-US" dirty="0" smtClean="0"/>
              <a:t>/</a:t>
            </a:r>
            <a:r>
              <a:rPr lang="en-US" dirty="0" err="1" smtClean="0"/>
              <a:t>mosquitto</a:t>
            </a:r>
            <a:r>
              <a:rPr lang="en-US" dirty="0" smtClean="0"/>
              <a:t>/</a:t>
            </a:r>
            <a:r>
              <a:rPr lang="en-US" dirty="0" err="1" smtClean="0"/>
              <a:t>mosquitto.conf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/>
              <a:t>mengaktifkan</a:t>
            </a:r>
            <a:r>
              <a:rPr lang="en-US" dirty="0"/>
              <a:t> listener default: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5426006"/>
            <a:ext cx="609600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			</a:t>
            </a:r>
            <a:r>
              <a:rPr lang="en-US" dirty="0" err="1" smtClean="0"/>
              <a:t>salin</a:t>
            </a:r>
            <a:r>
              <a:rPr lang="en-US" dirty="0" smtClean="0"/>
              <a:t> edit</a:t>
            </a:r>
          </a:p>
          <a:p>
            <a:r>
              <a:rPr lang="en-US" dirty="0"/>
              <a:t>listener 1883</a:t>
            </a:r>
          </a:p>
          <a:p>
            <a:r>
              <a:rPr lang="en-US" dirty="0" err="1"/>
              <a:t>allow_anonymous</a:t>
            </a:r>
            <a:r>
              <a:rPr lang="en-US" dirty="0"/>
              <a:t> true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957639" y="212725"/>
            <a:ext cx="4508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Restart mosquitto jika konfigurasi berubah: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648450" y="615612"/>
            <a:ext cx="52197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000" dirty="0" smtClean="0"/>
              <a:t>Bash					</a:t>
            </a:r>
            <a:r>
              <a:rPr lang="en-US" sz="1000" dirty="0" err="1" smtClean="0"/>
              <a:t>salin</a:t>
            </a:r>
            <a:r>
              <a:rPr lang="en-US" sz="1000" dirty="0" smtClean="0"/>
              <a:t> edit</a:t>
            </a:r>
          </a:p>
          <a:p>
            <a:r>
              <a:rPr lang="en-US" sz="1000" dirty="0" err="1"/>
              <a:t>sudo</a:t>
            </a:r>
            <a:r>
              <a:rPr lang="en-US" sz="1000" dirty="0"/>
              <a:t> </a:t>
            </a:r>
            <a:r>
              <a:rPr lang="en-US" sz="1000" dirty="0" err="1"/>
              <a:t>systemctl</a:t>
            </a:r>
            <a:r>
              <a:rPr lang="en-US" sz="1000" dirty="0"/>
              <a:t> restart </a:t>
            </a:r>
            <a:r>
              <a:rPr lang="en-US" sz="1000" dirty="0" err="1"/>
              <a:t>mosquitto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0898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212725"/>
            <a:ext cx="10515600" cy="568325"/>
          </a:xfrm>
        </p:spPr>
        <p:txBody>
          <a:bodyPr>
            <a:normAutofit fontScale="90000"/>
          </a:bodyPr>
          <a:lstStyle/>
          <a:p>
            <a:r>
              <a:rPr lang="en-US" dirty="0"/>
              <a:t>3. Backend API (ASP.NET Core)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50" y="1015722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API yang </a:t>
            </a:r>
            <a:r>
              <a:rPr lang="en-US" dirty="0" err="1"/>
              <a:t>menerima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MQTT broker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data </a:t>
            </a:r>
            <a:r>
              <a:rPr lang="en-US" dirty="0" err="1"/>
              <a:t>dalam</a:t>
            </a:r>
            <a:r>
              <a:rPr lang="en-US" dirty="0"/>
              <a:t> database MongoDB.</a:t>
            </a:r>
          </a:p>
          <a:p>
            <a:r>
              <a:rPr lang="en-US" dirty="0" err="1" smtClean="0"/>
              <a:t>Installasi</a:t>
            </a:r>
            <a:r>
              <a:rPr lang="en-US" dirty="0" smtClean="0"/>
              <a:t> </a:t>
            </a:r>
            <a:r>
              <a:rPr lang="en-US" dirty="0"/>
              <a:t>&amp; </a:t>
            </a:r>
            <a:r>
              <a:rPr lang="en-US" dirty="0" err="1" smtClean="0"/>
              <a:t>Konfigurasi</a:t>
            </a:r>
            <a:r>
              <a:rPr lang="en-US" dirty="0" smtClean="0"/>
              <a:t> :</a:t>
            </a:r>
          </a:p>
          <a:p>
            <a:endParaRPr lang="en-US" dirty="0"/>
          </a:p>
          <a:p>
            <a:r>
              <a:rPr lang="en-US" dirty="0" err="1"/>
              <a:t>Prasyarat</a:t>
            </a:r>
            <a:r>
              <a:rPr lang="en-US" dirty="0" smtClean="0"/>
              <a:t>:.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NET </a:t>
            </a:r>
            <a:r>
              <a:rPr lang="en-US" dirty="0"/>
              <a:t>Core SDK </a:t>
            </a:r>
            <a:r>
              <a:rPr lang="en-US" dirty="0" smtClean="0"/>
              <a:t>Download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MongoDB </a:t>
            </a:r>
            <a:r>
              <a:rPr lang="en-US" dirty="0"/>
              <a:t>driver </a:t>
            </a:r>
            <a:r>
              <a:rPr lang="en-US" dirty="0" err="1"/>
              <a:t>untuk</a:t>
            </a:r>
            <a:r>
              <a:rPr lang="en-US" dirty="0"/>
              <a:t> .NET (</a:t>
            </a:r>
            <a:r>
              <a:rPr lang="en-US" dirty="0" err="1"/>
              <a:t>MongoDB.Driver</a:t>
            </a:r>
            <a:r>
              <a:rPr lang="en-US" dirty="0"/>
              <a:t> </a:t>
            </a:r>
            <a:r>
              <a:rPr lang="en-US" dirty="0" err="1"/>
              <a:t>NuGet</a:t>
            </a:r>
            <a:r>
              <a:rPr lang="en-US" dirty="0"/>
              <a:t> package</a:t>
            </a:r>
            <a:r>
              <a:rPr lang="en-US" dirty="0" smtClean="0"/>
              <a:t>)</a:t>
            </a:r>
          </a:p>
          <a:p>
            <a:r>
              <a:rPr lang="en-US" dirty="0" smtClean="0"/>
              <a:t>Cara </a:t>
            </a:r>
            <a:r>
              <a:rPr lang="en-US" dirty="0" err="1"/>
              <a:t>menjalankan</a:t>
            </a:r>
            <a:r>
              <a:rPr lang="en-US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Clone </a:t>
            </a:r>
            <a:r>
              <a:rPr lang="en-US" dirty="0"/>
              <a:t>repo backend (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GitHub):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4112716"/>
            <a:ext cx="6096000" cy="11695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 smtClean="0"/>
              <a:t>Bash					</a:t>
            </a:r>
            <a:r>
              <a:rPr lang="en-US" sz="1400" dirty="0" err="1" smtClean="0"/>
              <a:t>salin</a:t>
            </a:r>
            <a:r>
              <a:rPr lang="en-US" sz="1400" dirty="0" smtClean="0"/>
              <a:t> edit</a:t>
            </a:r>
          </a:p>
          <a:p>
            <a:r>
              <a:rPr lang="en-US" sz="1400" dirty="0" err="1"/>
              <a:t>git</a:t>
            </a:r>
            <a:r>
              <a:rPr lang="en-US" sz="1400" dirty="0"/>
              <a:t> clone https://github.com/Joren-Thijs/IOT_DeviceManager.git</a:t>
            </a:r>
          </a:p>
          <a:p>
            <a:r>
              <a:rPr lang="en-US" sz="1400" dirty="0"/>
              <a:t>cd </a:t>
            </a:r>
            <a:r>
              <a:rPr lang="en-US" sz="1400" dirty="0" err="1"/>
              <a:t>IOT_DeviceManager</a:t>
            </a:r>
            <a:r>
              <a:rPr lang="en-US" sz="1400" dirty="0"/>
              <a:t>/Backend</a:t>
            </a:r>
          </a:p>
          <a:p>
            <a:r>
              <a:rPr lang="en-US" sz="1400" dirty="0" err="1"/>
              <a:t>dotnet</a:t>
            </a:r>
            <a:r>
              <a:rPr lang="en-US" sz="1400" dirty="0"/>
              <a:t> restore</a:t>
            </a:r>
          </a:p>
          <a:p>
            <a:r>
              <a:rPr lang="en-US" sz="1400" dirty="0" err="1"/>
              <a:t>dotnet</a:t>
            </a:r>
            <a:r>
              <a:rPr lang="en-US" sz="1400" dirty="0"/>
              <a:t>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6050" y="78105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Konfigurasi</a:t>
            </a:r>
            <a:r>
              <a:rPr lang="en-US" dirty="0"/>
              <a:t> MQTT client </a:t>
            </a:r>
            <a:r>
              <a:rPr lang="en-US" dirty="0" err="1"/>
              <a:t>pada</a:t>
            </a:r>
            <a:r>
              <a:rPr lang="en-US" dirty="0"/>
              <a:t> backend</a:t>
            </a:r>
            <a:r>
              <a:rPr lang="en-US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Tambahkan</a:t>
            </a:r>
            <a:r>
              <a:rPr lang="en-US" dirty="0" smtClean="0"/>
              <a:t> </a:t>
            </a:r>
            <a:r>
              <a:rPr lang="en-US" dirty="0" err="1"/>
              <a:t>koneksi</a:t>
            </a:r>
            <a:r>
              <a:rPr lang="en-US" dirty="0"/>
              <a:t> MQTT client (</a:t>
            </a:r>
            <a:r>
              <a:rPr lang="en-US" dirty="0" err="1"/>
              <a:t>pakai</a:t>
            </a:r>
            <a:r>
              <a:rPr lang="en-US" dirty="0"/>
              <a:t> library MQTT di .NET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MQTTnet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/>
              <a:t>menghubungkan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broker </a:t>
            </a:r>
            <a:r>
              <a:rPr lang="en-US" dirty="0" err="1"/>
              <a:t>dan</a:t>
            </a:r>
            <a:r>
              <a:rPr lang="en-US" dirty="0"/>
              <a:t> subscribe topic </a:t>
            </a:r>
            <a:r>
              <a:rPr lang="en-US" dirty="0" err="1"/>
              <a:t>tertentu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Konfigurasi</a:t>
            </a:r>
            <a:r>
              <a:rPr lang="en-US" dirty="0" smtClean="0"/>
              <a:t> </a:t>
            </a:r>
            <a:r>
              <a:rPr lang="en-US" dirty="0" err="1"/>
              <a:t>koneksi</a:t>
            </a:r>
            <a:r>
              <a:rPr lang="en-US" dirty="0"/>
              <a:t> MongoDB di </a:t>
            </a:r>
            <a:r>
              <a:rPr lang="en-US" dirty="0" err="1"/>
              <a:t>appsettings.json</a:t>
            </a:r>
            <a:r>
              <a:rPr lang="en-US" dirty="0"/>
              <a:t>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8450" y="2943165"/>
            <a:ext cx="6096000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 err="1" smtClean="0"/>
              <a:t>json</a:t>
            </a:r>
            <a:r>
              <a:rPr lang="en-US" sz="1400" dirty="0" smtClean="0"/>
              <a:t>					</a:t>
            </a:r>
            <a:r>
              <a:rPr lang="en-US" sz="1400" dirty="0" err="1" smtClean="0"/>
              <a:t>salin</a:t>
            </a:r>
            <a:r>
              <a:rPr lang="en-US" sz="1400" dirty="0" smtClean="0"/>
              <a:t> edit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"</a:t>
            </a:r>
            <a:r>
              <a:rPr lang="en-US" sz="1400" dirty="0" err="1"/>
              <a:t>ConnectionStrings</a:t>
            </a:r>
            <a:r>
              <a:rPr lang="en-US" sz="1400" dirty="0"/>
              <a:t>": {</a:t>
            </a:r>
          </a:p>
          <a:p>
            <a:r>
              <a:rPr lang="en-US" sz="1400" dirty="0"/>
              <a:t>    "</a:t>
            </a:r>
            <a:r>
              <a:rPr lang="en-US" sz="1400" dirty="0" err="1"/>
              <a:t>MongoDb</a:t>
            </a:r>
            <a:r>
              <a:rPr lang="en-US" sz="1400" dirty="0"/>
              <a:t>": "</a:t>
            </a:r>
            <a:r>
              <a:rPr lang="en-US" sz="1400" dirty="0" err="1"/>
              <a:t>mongodb</a:t>
            </a:r>
            <a:r>
              <a:rPr lang="en-US" sz="1400" dirty="0"/>
              <a:t>://localhost:27017/</a:t>
            </a:r>
            <a:r>
              <a:rPr lang="en-US" sz="1400" dirty="0" err="1"/>
              <a:t>yourdbname</a:t>
            </a:r>
            <a:r>
              <a:rPr lang="en-US" sz="1400" dirty="0"/>
              <a:t>"</a:t>
            </a:r>
          </a:p>
          <a:p>
            <a:r>
              <a:rPr lang="en-US" sz="1400" dirty="0"/>
              <a:t>  }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86550" y="4597806"/>
            <a:ext cx="5274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Jalankan MongoDB sebelum menjalankan backend.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5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212725"/>
            <a:ext cx="10515600" cy="568325"/>
          </a:xfrm>
        </p:spPr>
        <p:txBody>
          <a:bodyPr>
            <a:normAutofit fontScale="90000"/>
          </a:bodyPr>
          <a:lstStyle/>
          <a:p>
            <a:r>
              <a:rPr lang="en-US" dirty="0"/>
              <a:t>4. MongoDB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50" y="127188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Database NoSQL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data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konfigurasi</a:t>
            </a:r>
            <a:r>
              <a:rPr lang="en-US" dirty="0"/>
              <a:t>.</a:t>
            </a:r>
          </a:p>
          <a:p>
            <a:r>
              <a:rPr lang="en-US" dirty="0" err="1" smtClean="0"/>
              <a:t>Installasi</a:t>
            </a:r>
            <a:r>
              <a:rPr lang="en-US" dirty="0" smtClean="0"/>
              <a:t> </a:t>
            </a:r>
            <a:r>
              <a:rPr lang="en-US" dirty="0"/>
              <a:t>&amp; </a:t>
            </a:r>
            <a:r>
              <a:rPr lang="en-US" dirty="0" err="1" smtClean="0"/>
              <a:t>Konfigurasi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r>
              <a:rPr lang="en-US" dirty="0" smtClean="0"/>
              <a:t>Ubuntu: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00050" y="3010585"/>
            <a:ext cx="6096000" cy="31393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dirty="0" smtClean="0"/>
              <a:t>Bash					</a:t>
            </a:r>
            <a:r>
              <a:rPr lang="en-US" dirty="0" err="1" smtClean="0"/>
              <a:t>salin</a:t>
            </a:r>
            <a:r>
              <a:rPr lang="en-US" dirty="0" smtClean="0"/>
              <a:t> edit</a:t>
            </a:r>
          </a:p>
          <a:p>
            <a:r>
              <a:rPr lang="en-US" dirty="0" err="1"/>
              <a:t>wget</a:t>
            </a:r>
            <a:r>
              <a:rPr lang="en-US" dirty="0"/>
              <a:t> -</a:t>
            </a:r>
            <a:r>
              <a:rPr lang="en-US" dirty="0" err="1"/>
              <a:t>qO</a:t>
            </a:r>
            <a:r>
              <a:rPr lang="en-US" dirty="0"/>
              <a:t> - https://www.mongodb.org/static/pgp/server-4.4.asc | </a:t>
            </a:r>
            <a:r>
              <a:rPr lang="en-US" dirty="0" err="1"/>
              <a:t>sudo</a:t>
            </a:r>
            <a:r>
              <a:rPr lang="en-US" dirty="0"/>
              <a:t> apt-key add -</a:t>
            </a:r>
          </a:p>
          <a:p>
            <a:r>
              <a:rPr lang="en-US" dirty="0"/>
              <a:t>echo "deb [ arch=amd64 ] https://repo.mongodb.org/apt/ubuntu focal/</a:t>
            </a:r>
            <a:r>
              <a:rPr lang="en-US" dirty="0" err="1"/>
              <a:t>mongodb</a:t>
            </a:r>
            <a:r>
              <a:rPr lang="en-US" dirty="0"/>
              <a:t>-org/4.4 multiverse" | </a:t>
            </a:r>
            <a:r>
              <a:rPr lang="en-US" dirty="0" err="1"/>
              <a:t>sudo</a:t>
            </a:r>
            <a:r>
              <a:rPr lang="en-US" dirty="0"/>
              <a:t> tee /</a:t>
            </a:r>
            <a:r>
              <a:rPr lang="en-US" dirty="0" err="1"/>
              <a:t>etc</a:t>
            </a:r>
            <a:r>
              <a:rPr lang="en-US" dirty="0"/>
              <a:t>/apt/</a:t>
            </a:r>
            <a:r>
              <a:rPr lang="en-US" dirty="0" err="1"/>
              <a:t>sources.list.d</a:t>
            </a:r>
            <a:r>
              <a:rPr lang="en-US" dirty="0"/>
              <a:t>/mongodb-org-4.4.list</a:t>
            </a:r>
          </a:p>
          <a:p>
            <a:r>
              <a:rPr lang="en-US" dirty="0" err="1"/>
              <a:t>sudo</a:t>
            </a:r>
            <a:r>
              <a:rPr lang="en-US" dirty="0"/>
              <a:t> apt update</a:t>
            </a:r>
          </a:p>
          <a:p>
            <a:r>
              <a:rPr lang="en-US" dirty="0" err="1"/>
              <a:t>sudo</a:t>
            </a:r>
            <a:r>
              <a:rPr lang="en-US" dirty="0"/>
              <a:t> apt install -y </a:t>
            </a:r>
            <a:r>
              <a:rPr lang="en-US" dirty="0" err="1"/>
              <a:t>mongodb</a:t>
            </a:r>
            <a:r>
              <a:rPr lang="en-US" dirty="0"/>
              <a:t>-org</a:t>
            </a:r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start </a:t>
            </a:r>
            <a:r>
              <a:rPr lang="en-US" dirty="0" err="1"/>
              <a:t>mongod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enable </a:t>
            </a:r>
            <a:r>
              <a:rPr lang="en-US" dirty="0" err="1"/>
              <a:t>mongod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290889" y="115594"/>
            <a:ext cx="3192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Verifikasi</a:t>
            </a:r>
            <a:r>
              <a:rPr lang="en-US" dirty="0"/>
              <a:t> MongoDB </a:t>
            </a:r>
            <a:r>
              <a:rPr lang="en-US" dirty="0" err="1"/>
              <a:t>berjalan</a:t>
            </a:r>
            <a:r>
              <a:rPr lang="en-US" dirty="0"/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6648450" y="615612"/>
            <a:ext cx="52197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000" dirty="0" smtClean="0"/>
              <a:t>Bash					</a:t>
            </a:r>
            <a:r>
              <a:rPr lang="en-US" sz="1000" dirty="0" err="1" smtClean="0"/>
              <a:t>salin</a:t>
            </a:r>
            <a:r>
              <a:rPr lang="en-US" sz="1000" dirty="0" smtClean="0"/>
              <a:t> edit</a:t>
            </a:r>
          </a:p>
          <a:p>
            <a:r>
              <a:rPr lang="en-US" sz="1000" dirty="0"/>
              <a:t>mongo --</a:t>
            </a:r>
            <a:r>
              <a:rPr lang="en-US" sz="1000" dirty="0" err="1"/>
              <a:t>eval</a:t>
            </a:r>
            <a:r>
              <a:rPr lang="en-US" sz="1000" dirty="0"/>
              <a:t> '</a:t>
            </a:r>
            <a:r>
              <a:rPr lang="en-US" sz="1000" dirty="0" err="1"/>
              <a:t>db.runCommand</a:t>
            </a:r>
            <a:r>
              <a:rPr lang="en-US" sz="1000" dirty="0"/>
              <a:t>({ </a:t>
            </a:r>
            <a:r>
              <a:rPr lang="en-US" sz="1000" dirty="0" err="1"/>
              <a:t>connectionStatus</a:t>
            </a:r>
            <a:r>
              <a:rPr lang="en-US" sz="1000" dirty="0"/>
              <a:t>: 1 })'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0888" y="1045695"/>
            <a:ext cx="5715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Buat</a:t>
            </a:r>
            <a:r>
              <a:rPr lang="en-US" dirty="0"/>
              <a:t> database </a:t>
            </a:r>
            <a:r>
              <a:rPr lang="en-US" dirty="0" err="1"/>
              <a:t>dan</a:t>
            </a:r>
            <a:r>
              <a:rPr lang="en-US" dirty="0"/>
              <a:t> collection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backend</a:t>
            </a:r>
          </a:p>
        </p:txBody>
      </p:sp>
    </p:spTree>
    <p:extLst>
      <p:ext uri="{BB962C8B-B14F-4D97-AF65-F5344CB8AC3E}">
        <p14:creationId xmlns:p14="http://schemas.microsoft.com/office/powerpoint/2010/main" val="148441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212725"/>
            <a:ext cx="10515600" cy="568325"/>
          </a:xfrm>
        </p:spPr>
        <p:txBody>
          <a:bodyPr>
            <a:normAutofit fontScale="90000"/>
          </a:bodyPr>
          <a:lstStyle/>
          <a:p>
            <a:r>
              <a:rPr lang="en-US" dirty="0"/>
              <a:t>5. Web Interface (Angular)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50" y="127188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Frontend </a:t>
            </a:r>
            <a:r>
              <a:rPr lang="en-US" dirty="0" err="1"/>
              <a:t>berbasis</a:t>
            </a:r>
            <a:r>
              <a:rPr lang="en-US" dirty="0"/>
              <a:t> web </a:t>
            </a:r>
            <a:r>
              <a:rPr lang="en-US" dirty="0" err="1"/>
              <a:t>untuk</a:t>
            </a:r>
            <a:r>
              <a:rPr lang="en-US" dirty="0"/>
              <a:t> monitoring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Installasi</a:t>
            </a:r>
            <a:r>
              <a:rPr lang="en-US" dirty="0" smtClean="0"/>
              <a:t> </a:t>
            </a:r>
            <a:r>
              <a:rPr lang="en-US" dirty="0"/>
              <a:t>&amp; </a:t>
            </a:r>
            <a:r>
              <a:rPr lang="en-US" dirty="0" err="1" smtClean="0"/>
              <a:t>Konfigurasi</a:t>
            </a:r>
            <a:r>
              <a:rPr lang="en-US" dirty="0" smtClean="0"/>
              <a:t>:</a:t>
            </a:r>
          </a:p>
          <a:p>
            <a:r>
              <a:rPr lang="en-US" b="1" dirty="0" err="1"/>
              <a:t>Prasyarat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Node.js &amp; </a:t>
            </a:r>
            <a:r>
              <a:rPr lang="en-US" dirty="0" err="1"/>
              <a:t>npm</a:t>
            </a:r>
            <a:r>
              <a:rPr lang="en-US" dirty="0"/>
              <a:t> Download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Angular CLI: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00050" y="3257043"/>
            <a:ext cx="609600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dirty="0" smtClean="0"/>
              <a:t>Bash					</a:t>
            </a:r>
            <a:r>
              <a:rPr lang="en-US" dirty="0" err="1" smtClean="0"/>
              <a:t>salin</a:t>
            </a:r>
            <a:r>
              <a:rPr lang="en-US" dirty="0" smtClean="0"/>
              <a:t> edit</a:t>
            </a:r>
          </a:p>
          <a:p>
            <a:r>
              <a:rPr lang="en-US" dirty="0" err="1"/>
              <a:t>npm</a:t>
            </a:r>
            <a:r>
              <a:rPr lang="en-US" dirty="0"/>
              <a:t> install -g @angular/cli</a:t>
            </a:r>
          </a:p>
        </p:txBody>
      </p:sp>
      <p:sp>
        <p:nvSpPr>
          <p:cNvPr id="9" name="Rectangle 8"/>
          <p:cNvSpPr/>
          <p:nvPr/>
        </p:nvSpPr>
        <p:spPr>
          <a:xfrm>
            <a:off x="6648450" y="615612"/>
            <a:ext cx="5219700" cy="8617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000" dirty="0" smtClean="0"/>
              <a:t>typescript					</a:t>
            </a:r>
            <a:r>
              <a:rPr lang="en-US" sz="1000" dirty="0" err="1" smtClean="0"/>
              <a:t>salin</a:t>
            </a:r>
            <a:r>
              <a:rPr lang="en-US" sz="1000" dirty="0" smtClean="0"/>
              <a:t> edit</a:t>
            </a:r>
          </a:p>
          <a:p>
            <a:r>
              <a:rPr lang="fr-FR" sz="1000" dirty="0"/>
              <a:t>export </a:t>
            </a:r>
            <a:r>
              <a:rPr lang="fr-FR" sz="1000" dirty="0" err="1"/>
              <a:t>const</a:t>
            </a:r>
            <a:r>
              <a:rPr lang="fr-FR" sz="1000" dirty="0"/>
              <a:t> </a:t>
            </a:r>
            <a:r>
              <a:rPr lang="fr-FR" sz="1000" dirty="0" err="1"/>
              <a:t>environment</a:t>
            </a:r>
            <a:r>
              <a:rPr lang="fr-FR" sz="1000" dirty="0"/>
              <a:t> = {</a:t>
            </a:r>
          </a:p>
          <a:p>
            <a:r>
              <a:rPr lang="fr-FR" sz="1000" dirty="0"/>
              <a:t>  production: false,</a:t>
            </a:r>
          </a:p>
          <a:p>
            <a:r>
              <a:rPr lang="fr-FR" sz="1000" dirty="0"/>
              <a:t>  </a:t>
            </a:r>
            <a:r>
              <a:rPr lang="fr-FR" sz="1000" dirty="0" err="1"/>
              <a:t>apiUrl</a:t>
            </a:r>
            <a:r>
              <a:rPr lang="fr-FR" sz="1000" dirty="0"/>
              <a:t>: 'http://backend-api-address/api'</a:t>
            </a:r>
          </a:p>
          <a:p>
            <a:r>
              <a:rPr lang="fr-FR" sz="1000" dirty="0"/>
              <a:t>};</a:t>
            </a:r>
            <a:endParaRPr lang="en-US" sz="1000" dirty="0"/>
          </a:p>
        </p:txBody>
      </p:sp>
      <p:sp>
        <p:nvSpPr>
          <p:cNvPr id="3" name="Rectangle 2"/>
          <p:cNvSpPr/>
          <p:nvPr/>
        </p:nvSpPr>
        <p:spPr>
          <a:xfrm>
            <a:off x="400050" y="4071044"/>
            <a:ext cx="24351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Cara </a:t>
            </a:r>
            <a:r>
              <a:rPr lang="en-US" dirty="0" err="1" smtClean="0"/>
              <a:t>menjalankan</a:t>
            </a:r>
            <a:r>
              <a:rPr lang="en-US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Clone </a:t>
            </a:r>
            <a:r>
              <a:rPr lang="en-US" dirty="0"/>
              <a:t>repo frontend: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050" y="4775894"/>
            <a:ext cx="6096000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dirty="0" smtClean="0"/>
              <a:t>Bash					</a:t>
            </a:r>
            <a:r>
              <a:rPr lang="en-US" dirty="0" err="1" smtClean="0"/>
              <a:t>salin</a:t>
            </a:r>
            <a:r>
              <a:rPr lang="en-US" dirty="0" smtClean="0"/>
              <a:t> edit</a:t>
            </a:r>
          </a:p>
          <a:p>
            <a:r>
              <a:rPr lang="en-US" dirty="0" err="1"/>
              <a:t>git</a:t>
            </a:r>
            <a:r>
              <a:rPr lang="en-US" dirty="0"/>
              <a:t> clone https://github.com/Joren-Thijs/IOT_DeviceManager.git</a:t>
            </a:r>
          </a:p>
          <a:p>
            <a:r>
              <a:rPr lang="en-US" dirty="0"/>
              <a:t>cd </a:t>
            </a:r>
            <a:r>
              <a:rPr lang="en-US" dirty="0" err="1"/>
              <a:t>IOT_DeviceManager</a:t>
            </a:r>
            <a:r>
              <a:rPr lang="en-US" dirty="0"/>
              <a:t>/Frontend</a:t>
            </a:r>
          </a:p>
          <a:p>
            <a:r>
              <a:rPr lang="en-US" dirty="0" err="1"/>
              <a:t>npm</a:t>
            </a:r>
            <a:r>
              <a:rPr lang="en-US" dirty="0"/>
              <a:t> install</a:t>
            </a:r>
          </a:p>
          <a:p>
            <a:r>
              <a:rPr lang="en-US" dirty="0"/>
              <a:t>ng serve --open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0888" y="1802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Konfigurasi</a:t>
            </a:r>
            <a:r>
              <a:rPr lang="en-US" dirty="0"/>
              <a:t> API endpoint di environment </a:t>
            </a:r>
            <a:r>
              <a:rPr lang="en-US" dirty="0" err="1"/>
              <a:t>config</a:t>
            </a:r>
            <a:r>
              <a:rPr lang="en-US" dirty="0"/>
              <a:t> (</a:t>
            </a:r>
            <a:r>
              <a:rPr lang="en-US" dirty="0" err="1"/>
              <a:t>src</a:t>
            </a:r>
            <a:r>
              <a:rPr lang="en-US" dirty="0"/>
              <a:t>/environments/</a:t>
            </a:r>
            <a:r>
              <a:rPr lang="en-US" dirty="0" err="1"/>
              <a:t>environment.ts</a:t>
            </a:r>
            <a:r>
              <a:rPr lang="en-US" dirty="0"/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71318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212725"/>
            <a:ext cx="10515600" cy="568325"/>
          </a:xfrm>
        </p:spPr>
        <p:txBody>
          <a:bodyPr>
            <a:normAutofit fontScale="90000"/>
          </a:bodyPr>
          <a:lstStyle/>
          <a:p>
            <a:r>
              <a:rPr lang="en-US" dirty="0"/>
              <a:t>6. Android App (</a:t>
            </a:r>
            <a:r>
              <a:rPr lang="en-US" dirty="0" err="1"/>
              <a:t>Xamarin</a:t>
            </a:r>
            <a:r>
              <a:rPr lang="en-US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50" y="1271885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Aplikasi mobile untuk kontrol dan monitoring</a:t>
            </a:r>
            <a:r>
              <a:rPr lang="it-IT" dirty="0" smtClean="0"/>
              <a:t>.</a:t>
            </a:r>
          </a:p>
          <a:p>
            <a:endParaRPr lang="it-IT" dirty="0"/>
          </a:p>
          <a:p>
            <a:r>
              <a:rPr lang="en-US" dirty="0" err="1" smtClean="0"/>
              <a:t>Installasi</a:t>
            </a:r>
            <a:r>
              <a:rPr lang="en-US" dirty="0" smtClean="0"/>
              <a:t> </a:t>
            </a:r>
            <a:r>
              <a:rPr lang="en-US" dirty="0"/>
              <a:t>&amp; </a:t>
            </a:r>
            <a:r>
              <a:rPr lang="en-US" dirty="0" err="1" smtClean="0"/>
              <a:t>Konfigurasi</a:t>
            </a:r>
            <a:r>
              <a:rPr lang="en-US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 Visual Studio </a:t>
            </a:r>
            <a:r>
              <a:rPr lang="en-US" dirty="0" err="1"/>
              <a:t>dengan</a:t>
            </a:r>
            <a:r>
              <a:rPr lang="en-US" dirty="0"/>
              <a:t> workload Mobile development with .NET (</a:t>
            </a:r>
            <a:r>
              <a:rPr lang="en-US" dirty="0" err="1"/>
              <a:t>Xamarin</a:t>
            </a:r>
            <a:r>
              <a:rPr lang="en-US" dirty="0" smtClean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Buka</a:t>
            </a:r>
            <a:r>
              <a:rPr lang="en-US" dirty="0" smtClean="0"/>
              <a:t> </a:t>
            </a:r>
            <a:r>
              <a:rPr lang="en-US" dirty="0"/>
              <a:t>project </a:t>
            </a:r>
            <a:r>
              <a:rPr lang="en-US" dirty="0" err="1"/>
              <a:t>Xamarin</a:t>
            </a:r>
            <a:r>
              <a:rPr lang="en-US" dirty="0"/>
              <a:t> Android </a:t>
            </a:r>
            <a:r>
              <a:rPr lang="en-US" dirty="0" err="1"/>
              <a:t>dari</a:t>
            </a:r>
            <a:r>
              <a:rPr lang="en-US" dirty="0"/>
              <a:t> repo </a:t>
            </a:r>
            <a:r>
              <a:rPr lang="en-US" dirty="0" err="1"/>
              <a:t>IOT_DeviceManager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Konfigurasi</a:t>
            </a:r>
            <a:r>
              <a:rPr lang="en-US" dirty="0" smtClean="0"/>
              <a:t> </a:t>
            </a:r>
            <a:r>
              <a:rPr lang="en-US" dirty="0"/>
              <a:t>endpoint API backend </a:t>
            </a:r>
            <a:r>
              <a:rPr lang="en-US" dirty="0" err="1"/>
              <a:t>pada</a:t>
            </a:r>
            <a:r>
              <a:rPr lang="en-US" dirty="0"/>
              <a:t> file </a:t>
            </a:r>
            <a:r>
              <a:rPr lang="en-US" dirty="0" err="1"/>
              <a:t>konfigurasi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Build </a:t>
            </a:r>
            <a:r>
              <a:rPr lang="en-US" dirty="0" err="1"/>
              <a:t>dan</a:t>
            </a:r>
            <a:r>
              <a:rPr lang="en-US" dirty="0"/>
              <a:t> deploy </a:t>
            </a:r>
            <a:r>
              <a:rPr lang="en-US" dirty="0" err="1"/>
              <a:t>ke</a:t>
            </a:r>
            <a:r>
              <a:rPr lang="en-US" dirty="0"/>
              <a:t> emulator </a:t>
            </a:r>
            <a:r>
              <a:rPr lang="en-US" dirty="0" err="1"/>
              <a:t>atau</a:t>
            </a:r>
            <a:r>
              <a:rPr lang="en-US" dirty="0"/>
              <a:t> device </a:t>
            </a:r>
            <a:r>
              <a:rPr lang="en-US" dirty="0" err="1"/>
              <a:t>fisik</a:t>
            </a:r>
            <a:r>
              <a:rPr lang="en-US" dirty="0"/>
              <a:t>.</a:t>
            </a:r>
            <a:endParaRPr lang="en-US" dirty="0" smtClean="0"/>
          </a:p>
        </p:txBody>
      </p:sp>
      <p:sp>
        <p:nvSpPr>
          <p:cNvPr id="5" name="Rectangle 4"/>
          <p:cNvSpPr/>
          <p:nvPr/>
        </p:nvSpPr>
        <p:spPr>
          <a:xfrm>
            <a:off x="400050" y="4134207"/>
            <a:ext cx="6096000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dirty="0" smtClean="0"/>
              <a:t>less					</a:t>
            </a:r>
            <a:r>
              <a:rPr lang="en-US" dirty="0" err="1" smtClean="0"/>
              <a:t>salin</a:t>
            </a:r>
            <a:r>
              <a:rPr lang="en-US" dirty="0" smtClean="0"/>
              <a:t> edit</a:t>
            </a:r>
          </a:p>
          <a:p>
            <a:r>
              <a:rPr lang="en-US" dirty="0"/>
              <a:t>[</a:t>
            </a:r>
            <a:r>
              <a:rPr lang="en-US" dirty="0" err="1"/>
              <a:t>IoT</a:t>
            </a:r>
            <a:r>
              <a:rPr lang="en-US" dirty="0"/>
              <a:t> Devices] --&gt; MQTT Broker --&gt; Backend API --&gt; MongoDB</a:t>
            </a:r>
          </a:p>
          <a:p>
            <a:r>
              <a:rPr lang="en-US" dirty="0"/>
              <a:t>                                        |</a:t>
            </a:r>
          </a:p>
          <a:p>
            <a:r>
              <a:rPr lang="en-US" dirty="0"/>
              <a:t>                           +------------+------------+</a:t>
            </a:r>
          </a:p>
          <a:p>
            <a:r>
              <a:rPr lang="en-US" dirty="0"/>
              <a:t>                           |                         |</a:t>
            </a:r>
          </a:p>
          <a:p>
            <a:r>
              <a:rPr lang="en-US" dirty="0"/>
              <a:t>                   [Web Interface]            [Android App]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0889" y="115594"/>
            <a:ext cx="3192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Verifikasi</a:t>
            </a:r>
            <a:r>
              <a:rPr lang="en-US" dirty="0"/>
              <a:t> MongoDB </a:t>
            </a:r>
            <a:r>
              <a:rPr lang="en-US" dirty="0" err="1"/>
              <a:t>berjalan</a:t>
            </a:r>
            <a:r>
              <a:rPr lang="en-US" dirty="0"/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6648450" y="615612"/>
            <a:ext cx="52197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000" dirty="0" smtClean="0"/>
              <a:t>Bash					</a:t>
            </a:r>
            <a:r>
              <a:rPr lang="en-US" sz="1000" dirty="0" err="1" smtClean="0"/>
              <a:t>salin</a:t>
            </a:r>
            <a:r>
              <a:rPr lang="en-US" sz="1000" dirty="0" smtClean="0"/>
              <a:t> edit</a:t>
            </a:r>
          </a:p>
          <a:p>
            <a:r>
              <a:rPr lang="en-US" sz="1000" dirty="0"/>
              <a:t>mongo --</a:t>
            </a:r>
            <a:r>
              <a:rPr lang="en-US" sz="1000" dirty="0" err="1"/>
              <a:t>eval</a:t>
            </a:r>
            <a:r>
              <a:rPr lang="en-US" sz="1000" dirty="0"/>
              <a:t> '</a:t>
            </a:r>
            <a:r>
              <a:rPr lang="en-US" sz="1000" dirty="0" err="1"/>
              <a:t>db.runCommand</a:t>
            </a:r>
            <a:r>
              <a:rPr lang="en-US" sz="1000" dirty="0"/>
              <a:t>({ </a:t>
            </a:r>
            <a:r>
              <a:rPr lang="en-US" sz="1000" dirty="0" err="1"/>
              <a:t>connectionStatus</a:t>
            </a:r>
            <a:r>
              <a:rPr lang="en-US" sz="1000" dirty="0"/>
              <a:t>: 1 })'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0888" y="1045695"/>
            <a:ext cx="5715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Buat</a:t>
            </a:r>
            <a:r>
              <a:rPr lang="en-US" dirty="0"/>
              <a:t> database </a:t>
            </a:r>
            <a:r>
              <a:rPr lang="en-US" dirty="0" err="1"/>
              <a:t>dan</a:t>
            </a:r>
            <a:r>
              <a:rPr lang="en-US" dirty="0"/>
              <a:t> collection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backend</a:t>
            </a:r>
          </a:p>
        </p:txBody>
      </p:sp>
    </p:spTree>
    <p:extLst>
      <p:ext uri="{BB962C8B-B14F-4D97-AF65-F5344CB8AC3E}">
        <p14:creationId xmlns:p14="http://schemas.microsoft.com/office/powerpoint/2010/main" val="17878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rmAutofit fontScale="90000"/>
          </a:bodyPr>
          <a:lstStyle/>
          <a:p>
            <a:r>
              <a:rPr lang="en-US" dirty="0"/>
              <a:t>1. </a:t>
            </a:r>
            <a:r>
              <a:rPr lang="en-US" b="1" dirty="0" err="1"/>
              <a:t>IoT</a:t>
            </a:r>
            <a:r>
              <a:rPr lang="en-US" b="1" dirty="0"/>
              <a:t> Device</a:t>
            </a:r>
            <a:r>
              <a:rPr lang="en-US" dirty="0"/>
              <a:t> (Python MQTT Client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876300"/>
            <a:ext cx="11049000" cy="72943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Python </a:t>
            </a:r>
            <a:r>
              <a:rPr lang="en-US" dirty="0"/>
              <a:t>							</a:t>
            </a:r>
            <a:r>
              <a:rPr lang="en-US" dirty="0" err="1"/>
              <a:t>salin</a:t>
            </a:r>
            <a:r>
              <a:rPr lang="en-US" dirty="0"/>
              <a:t>   edit</a:t>
            </a:r>
          </a:p>
          <a:p>
            <a:r>
              <a:rPr lang="en-US" dirty="0"/>
              <a:t>import </a:t>
            </a:r>
            <a:r>
              <a:rPr lang="en-US" dirty="0" err="1"/>
              <a:t>paho.mqtt.client</a:t>
            </a:r>
            <a:r>
              <a:rPr lang="en-US" dirty="0"/>
              <a:t> as </a:t>
            </a:r>
            <a:r>
              <a:rPr lang="en-US" dirty="0" err="1"/>
              <a:t>mqtt</a:t>
            </a:r>
            <a:endParaRPr lang="en-US" dirty="0"/>
          </a:p>
          <a:p>
            <a:r>
              <a:rPr lang="en-US" dirty="0"/>
              <a:t>import time</a:t>
            </a:r>
          </a:p>
          <a:p>
            <a:r>
              <a:rPr lang="en-US" dirty="0"/>
              <a:t>import random</a:t>
            </a:r>
          </a:p>
          <a:p>
            <a:endParaRPr lang="en-US" dirty="0"/>
          </a:p>
          <a:p>
            <a:r>
              <a:rPr lang="en-US" dirty="0" err="1"/>
              <a:t>broker_address</a:t>
            </a:r>
            <a:r>
              <a:rPr lang="en-US" dirty="0"/>
              <a:t> = "IP_MQTT_BROKER"  # </a:t>
            </a:r>
            <a:r>
              <a:rPr lang="en-US" dirty="0" err="1"/>
              <a:t>Ganti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IP MQTT broker-mu</a:t>
            </a:r>
          </a:p>
          <a:p>
            <a:r>
              <a:rPr lang="en-US" dirty="0"/>
              <a:t>topic = "sensor/data"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on_connect</a:t>
            </a:r>
            <a:r>
              <a:rPr lang="en-US" dirty="0"/>
              <a:t>(client, </a:t>
            </a:r>
            <a:r>
              <a:rPr lang="en-US" dirty="0" err="1"/>
              <a:t>userdata</a:t>
            </a:r>
            <a:r>
              <a:rPr lang="en-US" dirty="0"/>
              <a:t>, flags, </a:t>
            </a:r>
            <a:r>
              <a:rPr lang="en-US" dirty="0" err="1"/>
              <a:t>rc</a:t>
            </a:r>
            <a:r>
              <a:rPr lang="en-US" dirty="0"/>
              <a:t>):</a:t>
            </a:r>
          </a:p>
          <a:p>
            <a:r>
              <a:rPr lang="en-US" dirty="0"/>
              <a:t>    print("Connected with result code "+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rc</a:t>
            </a:r>
            <a:r>
              <a:rPr lang="en-US" dirty="0"/>
              <a:t>))</a:t>
            </a:r>
          </a:p>
          <a:p>
            <a:endParaRPr lang="en-US" dirty="0"/>
          </a:p>
          <a:p>
            <a:r>
              <a:rPr lang="en-US" dirty="0"/>
              <a:t>client = </a:t>
            </a:r>
            <a:r>
              <a:rPr lang="en-US" dirty="0" err="1"/>
              <a:t>mqtt.Client</a:t>
            </a:r>
            <a:r>
              <a:rPr lang="en-US" dirty="0"/>
              <a:t>()</a:t>
            </a:r>
          </a:p>
          <a:p>
            <a:r>
              <a:rPr lang="en-US" dirty="0" err="1"/>
              <a:t>client.on_connect</a:t>
            </a:r>
            <a:r>
              <a:rPr lang="en-US" dirty="0"/>
              <a:t> = </a:t>
            </a:r>
            <a:r>
              <a:rPr lang="en-US" dirty="0" err="1"/>
              <a:t>on_connect</a:t>
            </a:r>
            <a:endParaRPr lang="en-US" dirty="0"/>
          </a:p>
          <a:p>
            <a:r>
              <a:rPr lang="en-US" dirty="0" err="1"/>
              <a:t>client.connect</a:t>
            </a:r>
            <a:r>
              <a:rPr lang="en-US" dirty="0"/>
              <a:t>(</a:t>
            </a:r>
            <a:r>
              <a:rPr lang="en-US" dirty="0" err="1"/>
              <a:t>broker_address</a:t>
            </a:r>
            <a:r>
              <a:rPr lang="en-US" dirty="0"/>
              <a:t>, 1883, 60)</a:t>
            </a:r>
          </a:p>
          <a:p>
            <a:endParaRPr lang="en-US" dirty="0"/>
          </a:p>
          <a:p>
            <a:r>
              <a:rPr lang="en-US" dirty="0" err="1"/>
              <a:t>client.loop_start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/>
              <a:t>    while True:</a:t>
            </a:r>
          </a:p>
          <a:p>
            <a:r>
              <a:rPr lang="en-US" dirty="0"/>
              <a:t>        # </a:t>
            </a:r>
            <a:r>
              <a:rPr lang="en-US" dirty="0" err="1"/>
              <a:t>Simulasi</a:t>
            </a:r>
            <a:r>
              <a:rPr lang="en-US" dirty="0"/>
              <a:t> sensor data </a:t>
            </a:r>
            <a:r>
              <a:rPr lang="en-US" dirty="0" err="1"/>
              <a:t>acak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sensor_value</a:t>
            </a:r>
            <a:r>
              <a:rPr lang="en-US" dirty="0"/>
              <a:t> = </a:t>
            </a:r>
            <a:r>
              <a:rPr lang="en-US" dirty="0" err="1"/>
              <a:t>random.randint</a:t>
            </a:r>
            <a:r>
              <a:rPr lang="en-US" dirty="0"/>
              <a:t>(20, 30)</a:t>
            </a:r>
          </a:p>
          <a:p>
            <a:r>
              <a:rPr lang="en-US" dirty="0"/>
              <a:t>        </a:t>
            </a:r>
            <a:r>
              <a:rPr lang="en-US" dirty="0" err="1"/>
              <a:t>client.publish</a:t>
            </a:r>
            <a:r>
              <a:rPr lang="en-US" dirty="0"/>
              <a:t>(topic, </a:t>
            </a:r>
            <a:r>
              <a:rPr lang="en-US" dirty="0" err="1"/>
              <a:t>f"temperature</a:t>
            </a:r>
            <a:r>
              <a:rPr lang="en-US" dirty="0"/>
              <a:t>:{</a:t>
            </a:r>
            <a:r>
              <a:rPr lang="en-US" dirty="0" err="1"/>
              <a:t>sensor_value</a:t>
            </a:r>
            <a:r>
              <a:rPr lang="en-US" dirty="0"/>
              <a:t>}")</a:t>
            </a:r>
          </a:p>
          <a:p>
            <a:r>
              <a:rPr lang="en-US" dirty="0"/>
              <a:t>        print(</a:t>
            </a:r>
            <a:r>
              <a:rPr lang="en-US" dirty="0" err="1"/>
              <a:t>f"Published</a:t>
            </a:r>
            <a:r>
              <a:rPr lang="en-US" dirty="0"/>
              <a:t>: temperature:{</a:t>
            </a:r>
            <a:r>
              <a:rPr lang="en-US" dirty="0" err="1"/>
              <a:t>sensor_value</a:t>
            </a:r>
            <a:r>
              <a:rPr lang="en-US" dirty="0"/>
              <a:t>}")</a:t>
            </a:r>
          </a:p>
          <a:p>
            <a:r>
              <a:rPr lang="en-US" dirty="0"/>
              <a:t>        </a:t>
            </a:r>
            <a:r>
              <a:rPr lang="en-US" dirty="0" err="1"/>
              <a:t>time.sleep</a:t>
            </a:r>
            <a:r>
              <a:rPr lang="en-US" dirty="0"/>
              <a:t>(5)</a:t>
            </a:r>
          </a:p>
          <a:p>
            <a:r>
              <a:rPr lang="en-US" dirty="0"/>
              <a:t>except </a:t>
            </a:r>
            <a:r>
              <a:rPr lang="en-US" dirty="0" err="1"/>
              <a:t>KeyboardInterrupt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dirty="0" err="1"/>
              <a:t>client.loop_stop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5961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b="1" dirty="0"/>
              <a:t>MQTT Broker</a:t>
            </a:r>
            <a:r>
              <a:rPr lang="en-US" dirty="0"/>
              <a:t> (</a:t>
            </a:r>
            <a:r>
              <a:rPr lang="en-US" dirty="0" err="1"/>
              <a:t>Mosquitto</a:t>
            </a:r>
            <a:r>
              <a:rPr lang="en-US" dirty="0"/>
              <a:t> di Ubuntu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90600" y="876300"/>
            <a:ext cx="1104900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</a:t>
            </a:r>
            <a:r>
              <a:rPr lang="en-US" dirty="0"/>
              <a:t>				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sudo</a:t>
            </a:r>
            <a:r>
              <a:rPr lang="en-US" dirty="0"/>
              <a:t> apt update</a:t>
            </a:r>
          </a:p>
          <a:p>
            <a:r>
              <a:rPr lang="en-US" dirty="0" err="1"/>
              <a:t>sudo</a:t>
            </a:r>
            <a:r>
              <a:rPr lang="en-US" dirty="0"/>
              <a:t> apt install -y </a:t>
            </a:r>
            <a:r>
              <a:rPr lang="en-US" dirty="0" err="1"/>
              <a:t>mosquitto</a:t>
            </a:r>
            <a:r>
              <a:rPr lang="en-US" dirty="0"/>
              <a:t> </a:t>
            </a:r>
            <a:r>
              <a:rPr lang="en-US" dirty="0" err="1"/>
              <a:t>mosquitto</a:t>
            </a:r>
            <a:r>
              <a:rPr lang="en-US" dirty="0"/>
              <a:t>-clients</a:t>
            </a:r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enable </a:t>
            </a:r>
            <a:r>
              <a:rPr lang="en-US" dirty="0" err="1"/>
              <a:t>mosquitto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start </a:t>
            </a:r>
            <a:r>
              <a:rPr lang="en-US" dirty="0" err="1"/>
              <a:t>mosquitto</a:t>
            </a:r>
            <a:endParaRPr lang="en-US" dirty="0"/>
          </a:p>
          <a:p>
            <a:endParaRPr lang="en-US" dirty="0"/>
          </a:p>
          <a:p>
            <a:r>
              <a:rPr lang="en-US" dirty="0"/>
              <a:t># Testing broker</a:t>
            </a:r>
          </a:p>
          <a:p>
            <a:r>
              <a:rPr lang="en-US" dirty="0" err="1"/>
              <a:t>mosquitto_sub</a:t>
            </a:r>
            <a:r>
              <a:rPr lang="en-US" dirty="0"/>
              <a:t> -h localhost -t sensor/data</a:t>
            </a:r>
          </a:p>
        </p:txBody>
      </p:sp>
    </p:spTree>
    <p:extLst>
      <p:ext uri="{BB962C8B-B14F-4D97-AF65-F5344CB8AC3E}">
        <p14:creationId xmlns:p14="http://schemas.microsoft.com/office/powerpoint/2010/main" val="86335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2458700" cy="511175"/>
          </a:xfrm>
        </p:spPr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b="1" dirty="0"/>
              <a:t>Backend API</a:t>
            </a:r>
            <a:r>
              <a:rPr lang="en-US" dirty="0"/>
              <a:t> (ASP.NET Core minimal example + MQTT subscribe)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7700" y="1447800"/>
            <a:ext cx="11049000" cy="120032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csharp</a:t>
            </a:r>
            <a:r>
              <a:rPr lang="en-US" dirty="0" smtClean="0"/>
              <a:t> </a:t>
            </a:r>
            <a:r>
              <a:rPr lang="en-US" dirty="0"/>
              <a:t>				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/>
              <a:t>using </a:t>
            </a:r>
            <a:r>
              <a:rPr lang="en-US" dirty="0" err="1"/>
              <a:t>MQTTnet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MQTTnet.Client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MongoDB.Driver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builder = </a:t>
            </a:r>
            <a:r>
              <a:rPr lang="en-US" dirty="0" err="1"/>
              <a:t>WebApplication.CreateBuilder</a:t>
            </a:r>
            <a:r>
              <a:rPr lang="en-US" dirty="0"/>
              <a:t>(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// Setup MongoDB client</a:t>
            </a:r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mongoClient</a:t>
            </a:r>
            <a:r>
              <a:rPr lang="en-US" dirty="0"/>
              <a:t> = new </a:t>
            </a:r>
            <a:r>
              <a:rPr lang="en-US" dirty="0" err="1"/>
              <a:t>MongoClient</a:t>
            </a:r>
            <a:r>
              <a:rPr lang="en-US" dirty="0"/>
              <a:t>("</a:t>
            </a:r>
            <a:r>
              <a:rPr lang="en-US" dirty="0" err="1"/>
              <a:t>mongodb</a:t>
            </a:r>
            <a:r>
              <a:rPr lang="en-US" dirty="0"/>
              <a:t>://localhost:27017");</a:t>
            </a:r>
          </a:p>
          <a:p>
            <a:r>
              <a:rPr lang="en-US" dirty="0" err="1"/>
              <a:t>var</a:t>
            </a:r>
            <a:r>
              <a:rPr lang="en-US" dirty="0"/>
              <a:t> database = </a:t>
            </a:r>
            <a:r>
              <a:rPr lang="en-US" dirty="0" err="1"/>
              <a:t>mongoClient.GetDatabase</a:t>
            </a:r>
            <a:r>
              <a:rPr lang="en-US" dirty="0"/>
              <a:t>("</a:t>
            </a:r>
            <a:r>
              <a:rPr lang="en-US" dirty="0" err="1"/>
              <a:t>iotdb</a:t>
            </a:r>
            <a:r>
              <a:rPr lang="en-US" dirty="0"/>
              <a:t>");</a:t>
            </a:r>
          </a:p>
          <a:p>
            <a:r>
              <a:rPr lang="en-US" dirty="0" err="1"/>
              <a:t>var</a:t>
            </a:r>
            <a:r>
              <a:rPr lang="en-US" dirty="0"/>
              <a:t> collection = </a:t>
            </a:r>
            <a:r>
              <a:rPr lang="en-US" dirty="0" err="1"/>
              <a:t>database.GetCollection</a:t>
            </a:r>
            <a:r>
              <a:rPr lang="en-US" dirty="0"/>
              <a:t>&lt;</a:t>
            </a:r>
            <a:r>
              <a:rPr lang="en-US" dirty="0" err="1"/>
              <a:t>BsonDocument</a:t>
            </a:r>
            <a:r>
              <a:rPr lang="en-US" dirty="0"/>
              <a:t>&gt;("</a:t>
            </a:r>
            <a:r>
              <a:rPr lang="en-US" dirty="0" err="1"/>
              <a:t>sensordata</a:t>
            </a:r>
            <a:r>
              <a:rPr lang="en-US" dirty="0"/>
              <a:t>");</a:t>
            </a:r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app = </a:t>
            </a:r>
            <a:r>
              <a:rPr lang="en-US" dirty="0" err="1"/>
              <a:t>builder.Build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// Setup MQTT client</a:t>
            </a:r>
          </a:p>
          <a:p>
            <a:r>
              <a:rPr lang="en-US" dirty="0" err="1"/>
              <a:t>var</a:t>
            </a:r>
            <a:r>
              <a:rPr lang="en-US" dirty="0"/>
              <a:t> factory = new </a:t>
            </a:r>
            <a:r>
              <a:rPr lang="en-US" dirty="0" err="1"/>
              <a:t>MqttFactory</a:t>
            </a:r>
            <a:r>
              <a:rPr lang="en-US" dirty="0"/>
              <a:t>();</a:t>
            </a:r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mqttClient</a:t>
            </a:r>
            <a:r>
              <a:rPr lang="en-US" dirty="0"/>
              <a:t> = </a:t>
            </a:r>
            <a:r>
              <a:rPr lang="en-US" dirty="0" err="1"/>
              <a:t>factory.CreateMqttClient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 err="1"/>
              <a:t>mqttClient.UseConnectedHandler</a:t>
            </a:r>
            <a:r>
              <a:rPr lang="en-US" dirty="0"/>
              <a:t>(</a:t>
            </a:r>
            <a:r>
              <a:rPr lang="en-US" dirty="0" err="1"/>
              <a:t>async</a:t>
            </a:r>
            <a:r>
              <a:rPr lang="en-US" dirty="0"/>
              <a:t> e =&gt;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Console.WriteLine</a:t>
            </a:r>
            <a:r>
              <a:rPr lang="en-US" dirty="0"/>
              <a:t>("Connected to MQTT broker");</a:t>
            </a:r>
          </a:p>
          <a:p>
            <a:r>
              <a:rPr lang="en-US" dirty="0"/>
              <a:t>    await </a:t>
            </a:r>
            <a:r>
              <a:rPr lang="en-US" dirty="0" err="1"/>
              <a:t>mqttClient.SubscribeAsync</a:t>
            </a:r>
            <a:r>
              <a:rPr lang="en-US" dirty="0"/>
              <a:t>(new </a:t>
            </a:r>
            <a:r>
              <a:rPr lang="en-US" dirty="0" err="1"/>
              <a:t>MQTTnet.Client.Subscribing.MqttClientSubscribeOptionsBuilder</a:t>
            </a:r>
            <a:r>
              <a:rPr lang="en-US" dirty="0"/>
              <a:t>()</a:t>
            </a:r>
          </a:p>
          <a:p>
            <a:r>
              <a:rPr lang="en-US" dirty="0"/>
              <a:t>        .</a:t>
            </a:r>
            <a:r>
              <a:rPr lang="en-US" dirty="0" err="1"/>
              <a:t>WithTopicFilter</a:t>
            </a:r>
            <a:r>
              <a:rPr lang="en-US" dirty="0"/>
              <a:t>("sensor/data")</a:t>
            </a:r>
          </a:p>
          <a:p>
            <a:r>
              <a:rPr lang="en-US" dirty="0"/>
              <a:t>        .Build());</a:t>
            </a:r>
          </a:p>
          <a:p>
            <a:r>
              <a:rPr lang="en-US" dirty="0"/>
              <a:t>});</a:t>
            </a:r>
          </a:p>
          <a:p>
            <a:endParaRPr lang="en-US" dirty="0"/>
          </a:p>
          <a:p>
            <a:r>
              <a:rPr lang="en-US" dirty="0" err="1"/>
              <a:t>mqttClient.UseApplicationMessageReceivedHandler</a:t>
            </a:r>
            <a:r>
              <a:rPr lang="en-US" dirty="0"/>
              <a:t>(e =&gt;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var</a:t>
            </a:r>
            <a:r>
              <a:rPr lang="en-US" dirty="0"/>
              <a:t> payload = System.Text.Encoding.UTF8.GetString(</a:t>
            </a:r>
            <a:r>
              <a:rPr lang="en-US" dirty="0" err="1"/>
              <a:t>e.ApplicationMessage.Payload</a:t>
            </a:r>
            <a:r>
              <a:rPr lang="en-US" dirty="0"/>
              <a:t>);</a:t>
            </a:r>
          </a:p>
          <a:p>
            <a:r>
              <a:rPr lang="en-US" dirty="0"/>
              <a:t>    </a:t>
            </a:r>
            <a:r>
              <a:rPr lang="en-US" dirty="0" err="1"/>
              <a:t>Console.WriteLine</a:t>
            </a:r>
            <a:r>
              <a:rPr lang="en-US" dirty="0"/>
              <a:t>($"Received message: {payload}");</a:t>
            </a:r>
          </a:p>
          <a:p>
            <a:endParaRPr lang="en-US" dirty="0"/>
          </a:p>
          <a:p>
            <a:r>
              <a:rPr lang="en-US" dirty="0"/>
              <a:t>    // </a:t>
            </a:r>
            <a:r>
              <a:rPr lang="en-US" dirty="0" err="1"/>
              <a:t>Simpan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MongoDB</a:t>
            </a:r>
          </a:p>
          <a:p>
            <a:r>
              <a:rPr lang="en-US" dirty="0"/>
              <a:t>    </a:t>
            </a:r>
            <a:r>
              <a:rPr lang="en-US" dirty="0" err="1"/>
              <a:t>var</a:t>
            </a:r>
            <a:r>
              <a:rPr lang="en-US" dirty="0"/>
              <a:t> doc = new </a:t>
            </a:r>
            <a:r>
              <a:rPr lang="en-US" dirty="0" err="1"/>
              <a:t>BsonDocument</a:t>
            </a:r>
            <a:r>
              <a:rPr lang="en-US" dirty="0"/>
              <a:t> { { "data", payload }, { "timestamp", </a:t>
            </a:r>
            <a:r>
              <a:rPr lang="en-US" dirty="0" err="1"/>
              <a:t>DateTime.Now</a:t>
            </a:r>
            <a:r>
              <a:rPr lang="en-US" dirty="0"/>
              <a:t> } };</a:t>
            </a:r>
          </a:p>
          <a:p>
            <a:r>
              <a:rPr lang="en-US" dirty="0"/>
              <a:t>    </a:t>
            </a:r>
            <a:r>
              <a:rPr lang="en-US" dirty="0" err="1"/>
              <a:t>collection.InsertOne</a:t>
            </a:r>
            <a:r>
              <a:rPr lang="en-US" dirty="0"/>
              <a:t>(doc);</a:t>
            </a:r>
          </a:p>
          <a:p>
            <a:r>
              <a:rPr lang="en-US" dirty="0"/>
              <a:t>});</a:t>
            </a:r>
          </a:p>
          <a:p>
            <a:endParaRPr lang="en-US" dirty="0"/>
          </a:p>
          <a:p>
            <a:r>
              <a:rPr lang="en-US" dirty="0"/>
              <a:t>await </a:t>
            </a:r>
            <a:r>
              <a:rPr lang="en-US" dirty="0" err="1"/>
              <a:t>mqttClient.ConnectAsync</a:t>
            </a:r>
            <a:r>
              <a:rPr lang="en-US" dirty="0"/>
              <a:t>(new </a:t>
            </a:r>
            <a:r>
              <a:rPr lang="en-US" dirty="0" err="1"/>
              <a:t>MqttClientOptionsBuilder</a:t>
            </a:r>
            <a:r>
              <a:rPr lang="en-US" dirty="0"/>
              <a:t>()</a:t>
            </a:r>
          </a:p>
          <a:p>
            <a:r>
              <a:rPr lang="en-US" dirty="0"/>
              <a:t>    .</a:t>
            </a:r>
            <a:r>
              <a:rPr lang="en-US" dirty="0" err="1"/>
              <a:t>WithTcpServer</a:t>
            </a:r>
            <a:r>
              <a:rPr lang="en-US" dirty="0"/>
              <a:t>("localhost", 1883)</a:t>
            </a:r>
          </a:p>
          <a:p>
            <a:r>
              <a:rPr lang="en-US" dirty="0"/>
              <a:t>    .Build());</a:t>
            </a:r>
          </a:p>
          <a:p>
            <a:endParaRPr lang="en-US" dirty="0"/>
          </a:p>
          <a:p>
            <a:r>
              <a:rPr lang="en-US" dirty="0" err="1"/>
              <a:t>app.MapGet</a:t>
            </a:r>
            <a:r>
              <a:rPr lang="en-US" dirty="0"/>
              <a:t>("/", () =&gt; "Backend API running");</a:t>
            </a:r>
          </a:p>
          <a:p>
            <a:endParaRPr lang="en-US" dirty="0"/>
          </a:p>
          <a:p>
            <a:r>
              <a:rPr lang="en-US" dirty="0" err="1"/>
              <a:t>app.Run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17345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rmAutofit fontScale="90000"/>
          </a:bodyPr>
          <a:lstStyle/>
          <a:p>
            <a:r>
              <a:rPr lang="sv-SE" i="1" dirty="0"/>
              <a:t>Pastikan kamu sudah install NuGet package</a:t>
            </a:r>
            <a:r>
              <a:rPr lang="sv-SE" dirty="0"/>
              <a:t>: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90600" y="876300"/>
            <a:ext cx="1104900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</a:t>
            </a:r>
            <a:r>
              <a:rPr lang="en-US" dirty="0"/>
              <a:t>				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dotnet</a:t>
            </a:r>
            <a:r>
              <a:rPr lang="en-US" dirty="0"/>
              <a:t> add package </a:t>
            </a:r>
            <a:r>
              <a:rPr lang="en-US" dirty="0" err="1"/>
              <a:t>MQTTnet</a:t>
            </a:r>
            <a:endParaRPr lang="en-US" dirty="0"/>
          </a:p>
          <a:p>
            <a:r>
              <a:rPr lang="en-US" dirty="0" err="1"/>
              <a:t>dotnet</a:t>
            </a:r>
            <a:r>
              <a:rPr lang="en-US" dirty="0"/>
              <a:t> add package </a:t>
            </a:r>
            <a:r>
              <a:rPr lang="en-US" dirty="0" err="1"/>
              <a:t>MongoDB.Driver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28600" y="2784475"/>
            <a:ext cx="11125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sz="13300" i="1" dirty="0"/>
              <a:t>4. </a:t>
            </a:r>
            <a:r>
              <a:rPr lang="sv-SE" sz="13300" i="1" dirty="0" smtClean="0"/>
              <a:t>MongoDB</a:t>
            </a:r>
            <a:endParaRPr lang="sv-SE" sz="9600" i="1" dirty="0" smtClean="0"/>
          </a:p>
          <a:p>
            <a:endParaRPr lang="sv-SE" sz="9600" i="1" dirty="0"/>
          </a:p>
          <a:p>
            <a:r>
              <a:rPr lang="sv-SE" sz="9600" i="1" dirty="0" smtClean="0"/>
              <a:t>Sudah </a:t>
            </a:r>
            <a:r>
              <a:rPr lang="sv-SE" sz="9600" i="1" dirty="0"/>
              <a:t>diberikan installasi sebelumnya, tinggal pastikan mongod berjalan</a:t>
            </a:r>
            <a:r>
              <a:rPr lang="sv-SE" sz="9600" i="1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870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2458700" cy="511175"/>
          </a:xfrm>
        </p:spPr>
        <p:txBody>
          <a:bodyPr>
            <a:normAutofit fontScale="90000"/>
          </a:bodyPr>
          <a:lstStyle/>
          <a:p>
            <a:r>
              <a:rPr lang="pt-BR" dirty="0"/>
              <a:t>5. </a:t>
            </a:r>
            <a:r>
              <a:rPr lang="pt-BR" b="1" dirty="0"/>
              <a:t>Web Interface</a:t>
            </a:r>
            <a:r>
              <a:rPr lang="pt-BR" dirty="0"/>
              <a:t> (Angular minimal)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47700" y="1447800"/>
            <a:ext cx="110490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typescript </a:t>
            </a:r>
            <a:r>
              <a:rPr lang="en-US" dirty="0"/>
              <a:t>				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fr-FR" dirty="0"/>
              <a:t>export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environment</a:t>
            </a:r>
            <a:r>
              <a:rPr lang="fr-FR" dirty="0"/>
              <a:t> = {</a:t>
            </a:r>
          </a:p>
          <a:p>
            <a:r>
              <a:rPr lang="fr-FR" dirty="0"/>
              <a:t>  production: false,</a:t>
            </a:r>
          </a:p>
          <a:p>
            <a:r>
              <a:rPr lang="fr-FR" dirty="0"/>
              <a:t>  </a:t>
            </a:r>
            <a:r>
              <a:rPr lang="fr-FR" dirty="0" err="1"/>
              <a:t>apiUrl</a:t>
            </a:r>
            <a:r>
              <a:rPr lang="fr-FR" dirty="0"/>
              <a:t>: 'http://localhost:5000'</a:t>
            </a:r>
          </a:p>
          <a:p>
            <a:r>
              <a:rPr lang="fr-FR" dirty="0"/>
              <a:t>};</a:t>
            </a:r>
          </a:p>
          <a:p>
            <a:r>
              <a:rPr lang="en-US" dirty="0" smtClean="0"/>
              <a:t>   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89826" y="977384"/>
            <a:ext cx="161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environment.ts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47700" y="3328094"/>
            <a:ext cx="371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service </a:t>
            </a:r>
            <a:r>
              <a:rPr lang="en-US" dirty="0" err="1" smtClean="0"/>
              <a:t>sensor.service.tstypes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47700" y="3823394"/>
            <a:ext cx="11049000" cy="3416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typescript </a:t>
            </a:r>
            <a:r>
              <a:rPr lang="en-US" dirty="0"/>
              <a:t>				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fr-FR" dirty="0"/>
              <a:t>import { </a:t>
            </a:r>
            <a:r>
              <a:rPr lang="fr-FR" dirty="0" err="1"/>
              <a:t>HttpClient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'@</a:t>
            </a:r>
            <a:r>
              <a:rPr lang="fr-FR" dirty="0" err="1"/>
              <a:t>angular</a:t>
            </a:r>
            <a:r>
              <a:rPr lang="fr-FR" dirty="0"/>
              <a:t>/</a:t>
            </a:r>
            <a:r>
              <a:rPr lang="fr-FR" dirty="0" err="1"/>
              <a:t>common</a:t>
            </a:r>
            <a:r>
              <a:rPr lang="fr-FR" dirty="0"/>
              <a:t>/http';</a:t>
            </a:r>
          </a:p>
          <a:p>
            <a:r>
              <a:rPr lang="fr-FR" dirty="0"/>
              <a:t>import { Injectable } </a:t>
            </a:r>
            <a:r>
              <a:rPr lang="fr-FR" dirty="0" err="1"/>
              <a:t>from</a:t>
            </a:r>
            <a:r>
              <a:rPr lang="fr-FR" dirty="0"/>
              <a:t> '@</a:t>
            </a:r>
            <a:r>
              <a:rPr lang="fr-FR" dirty="0" err="1"/>
              <a:t>angular</a:t>
            </a:r>
            <a:r>
              <a:rPr lang="fr-FR" dirty="0"/>
              <a:t>/</a:t>
            </a:r>
            <a:r>
              <a:rPr lang="fr-FR" dirty="0" err="1"/>
              <a:t>core</a:t>
            </a:r>
            <a:r>
              <a:rPr lang="fr-FR" dirty="0"/>
              <a:t>';</a:t>
            </a:r>
          </a:p>
          <a:p>
            <a:endParaRPr lang="fr-FR" dirty="0"/>
          </a:p>
          <a:p>
            <a:r>
              <a:rPr lang="fr-FR" dirty="0"/>
              <a:t>@Injectable({ </a:t>
            </a:r>
            <a:r>
              <a:rPr lang="fr-FR" dirty="0" err="1"/>
              <a:t>providedIn</a:t>
            </a:r>
            <a:r>
              <a:rPr lang="fr-FR" dirty="0"/>
              <a:t>: '</a:t>
            </a:r>
            <a:r>
              <a:rPr lang="fr-FR" dirty="0" err="1"/>
              <a:t>root</a:t>
            </a:r>
            <a:r>
              <a:rPr lang="fr-FR" dirty="0"/>
              <a:t>' })</a:t>
            </a:r>
          </a:p>
          <a:p>
            <a:r>
              <a:rPr lang="fr-FR" dirty="0"/>
              <a:t>export class </a:t>
            </a:r>
            <a:r>
              <a:rPr lang="fr-FR" dirty="0" err="1"/>
              <a:t>SensorService</a:t>
            </a:r>
            <a:r>
              <a:rPr lang="fr-FR" dirty="0"/>
              <a:t> {</a:t>
            </a:r>
          </a:p>
          <a:p>
            <a:r>
              <a:rPr lang="fr-FR" dirty="0"/>
              <a:t>  </a:t>
            </a:r>
            <a:r>
              <a:rPr lang="fr-FR" dirty="0" err="1"/>
              <a:t>constructor</a:t>
            </a:r>
            <a:r>
              <a:rPr lang="fr-FR" dirty="0"/>
              <a:t>(</a:t>
            </a:r>
            <a:r>
              <a:rPr lang="fr-FR" dirty="0" err="1"/>
              <a:t>private</a:t>
            </a:r>
            <a:r>
              <a:rPr lang="fr-FR" dirty="0"/>
              <a:t> http: </a:t>
            </a:r>
            <a:r>
              <a:rPr lang="fr-FR" dirty="0" err="1"/>
              <a:t>HttpClient</a:t>
            </a:r>
            <a:r>
              <a:rPr lang="fr-FR" dirty="0"/>
              <a:t>) {}</a:t>
            </a:r>
          </a:p>
          <a:p>
            <a:endParaRPr lang="fr-FR" dirty="0"/>
          </a:p>
          <a:p>
            <a:r>
              <a:rPr lang="fr-FR" dirty="0"/>
              <a:t>  </a:t>
            </a:r>
            <a:r>
              <a:rPr lang="fr-FR" dirty="0" err="1"/>
              <a:t>getSensorData</a:t>
            </a:r>
            <a:r>
              <a:rPr lang="fr-FR" dirty="0"/>
              <a:t>() {</a:t>
            </a:r>
          </a:p>
          <a:p>
            <a:r>
              <a:rPr lang="fr-FR" dirty="0"/>
              <a:t>    return </a:t>
            </a:r>
            <a:r>
              <a:rPr lang="fr-FR" dirty="0" err="1"/>
              <a:t>this.http.get</a:t>
            </a:r>
            <a:r>
              <a:rPr lang="fr-FR" dirty="0"/>
              <a:t>(`${</a:t>
            </a:r>
            <a:r>
              <a:rPr lang="fr-FR" dirty="0" err="1"/>
              <a:t>environment.apiUrl</a:t>
            </a:r>
            <a:r>
              <a:rPr lang="fr-FR" dirty="0"/>
              <a:t>}/</a:t>
            </a:r>
            <a:r>
              <a:rPr lang="fr-FR" dirty="0" err="1"/>
              <a:t>sensordata</a:t>
            </a:r>
            <a:r>
              <a:rPr lang="fr-FR" dirty="0"/>
              <a:t>`);</a:t>
            </a:r>
          </a:p>
          <a:p>
            <a:r>
              <a:rPr lang="fr-FR" dirty="0"/>
              <a:t>  }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14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rmAutofit fontScale="90000"/>
          </a:bodyPr>
          <a:lstStyle/>
          <a:p>
            <a:r>
              <a:rPr lang="en-US" dirty="0"/>
              <a:t>6. </a:t>
            </a:r>
            <a:r>
              <a:rPr lang="en-US" b="1" dirty="0"/>
              <a:t>Android App</a:t>
            </a:r>
            <a:r>
              <a:rPr lang="en-US" dirty="0"/>
              <a:t> (</a:t>
            </a:r>
            <a:r>
              <a:rPr lang="en-US" dirty="0" err="1"/>
              <a:t>Xamarin</a:t>
            </a:r>
            <a:r>
              <a:rPr lang="en-US" dirty="0"/>
              <a:t> example snippet)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876300"/>
            <a:ext cx="11049000" cy="39703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csharp</a:t>
            </a:r>
            <a:r>
              <a:rPr lang="en-US" dirty="0"/>
              <a:t>				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/>
              <a:t>using </a:t>
            </a:r>
            <a:r>
              <a:rPr lang="en-US" dirty="0" err="1"/>
              <a:t>System.Net.Http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System.Threading.Tasks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ApiService</a:t>
            </a:r>
            <a:r>
              <a:rPr lang="en-US" dirty="0"/>
              <a:t> {</a:t>
            </a:r>
          </a:p>
          <a:p>
            <a:r>
              <a:rPr lang="en-US" dirty="0"/>
              <a:t>    </a:t>
            </a:r>
            <a:r>
              <a:rPr lang="en-US" dirty="0" err="1"/>
              <a:t>HttpClient</a:t>
            </a:r>
            <a:r>
              <a:rPr lang="en-US" dirty="0"/>
              <a:t> client = new </a:t>
            </a:r>
            <a:r>
              <a:rPr lang="en-US" dirty="0" err="1"/>
              <a:t>HttpClient</a:t>
            </a:r>
            <a:r>
              <a:rPr lang="en-US" dirty="0"/>
              <a:t> { </a:t>
            </a:r>
            <a:r>
              <a:rPr lang="en-US" dirty="0" err="1"/>
              <a:t>BaseAddress</a:t>
            </a:r>
            <a:r>
              <a:rPr lang="en-US" dirty="0"/>
              <a:t> = new Uri("http://backend-</a:t>
            </a:r>
            <a:r>
              <a:rPr lang="en-US" dirty="0" err="1"/>
              <a:t>api</a:t>
            </a:r>
            <a:r>
              <a:rPr lang="en-US" dirty="0"/>
              <a:t>-address/") };</a:t>
            </a:r>
          </a:p>
          <a:p>
            <a:endParaRPr lang="en-US" dirty="0"/>
          </a:p>
          <a:p>
            <a:r>
              <a:rPr lang="en-US" dirty="0"/>
              <a:t>    public </a:t>
            </a:r>
            <a:r>
              <a:rPr lang="en-US" dirty="0" err="1"/>
              <a:t>async</a:t>
            </a:r>
            <a:r>
              <a:rPr lang="en-US" dirty="0"/>
              <a:t> Task&lt;string&gt; </a:t>
            </a:r>
            <a:r>
              <a:rPr lang="en-US" dirty="0" err="1"/>
              <a:t>GetSensorDataAsync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dirty="0" err="1"/>
              <a:t>var</a:t>
            </a:r>
            <a:r>
              <a:rPr lang="en-US" dirty="0"/>
              <a:t> response = await </a:t>
            </a:r>
            <a:r>
              <a:rPr lang="en-US" dirty="0" err="1"/>
              <a:t>client.GetAsync</a:t>
            </a:r>
            <a:r>
              <a:rPr lang="en-US" dirty="0"/>
              <a:t>("</a:t>
            </a:r>
            <a:r>
              <a:rPr lang="en-US" dirty="0" err="1"/>
              <a:t>sensordata</a:t>
            </a:r>
            <a:r>
              <a:rPr lang="en-US" dirty="0"/>
              <a:t>");</a:t>
            </a:r>
          </a:p>
          <a:p>
            <a:r>
              <a:rPr lang="en-US" dirty="0"/>
              <a:t>        if(</a:t>
            </a:r>
            <a:r>
              <a:rPr lang="en-US" dirty="0" err="1"/>
              <a:t>response.IsSuccessStatusCode</a:t>
            </a:r>
            <a:r>
              <a:rPr lang="en-US" dirty="0"/>
              <a:t>)</a:t>
            </a:r>
          </a:p>
          <a:p>
            <a:r>
              <a:rPr lang="en-US" dirty="0"/>
              <a:t>            return await </a:t>
            </a:r>
            <a:r>
              <a:rPr lang="en-US" dirty="0" err="1"/>
              <a:t>response.Content.ReadAsStringAsync</a:t>
            </a:r>
            <a:r>
              <a:rPr lang="en-US" dirty="0"/>
              <a:t>();</a:t>
            </a:r>
          </a:p>
          <a:p>
            <a:r>
              <a:rPr lang="en-US" dirty="0"/>
              <a:t>        return null;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913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Step-by-step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Setup </a:t>
            </a:r>
            <a:r>
              <a:rPr lang="en-US" dirty="0" err="1"/>
              <a:t>lengkap</a:t>
            </a:r>
            <a:r>
              <a:rPr lang="en-US" dirty="0"/>
              <a:t> </a:t>
            </a:r>
            <a:r>
              <a:rPr lang="en-US" dirty="0" err="1"/>
              <a:t>buat</a:t>
            </a:r>
            <a:r>
              <a:rPr lang="en-US" dirty="0"/>
              <a:t>:</a:t>
            </a:r>
          </a:p>
          <a:p>
            <a:r>
              <a:rPr lang="en-US" dirty="0" err="1"/>
              <a:t>IoT</a:t>
            </a:r>
            <a:r>
              <a:rPr lang="en-US" dirty="0"/>
              <a:t> Device (</a:t>
            </a:r>
            <a:r>
              <a:rPr lang="en-US" dirty="0" err="1"/>
              <a:t>contoh</a:t>
            </a:r>
            <a:r>
              <a:rPr lang="en-US" dirty="0"/>
              <a:t> MQTT client)?</a:t>
            </a:r>
          </a:p>
          <a:p>
            <a:r>
              <a:rPr lang="en-US" dirty="0"/>
              <a:t>MQTT Broker (install </a:t>
            </a:r>
            <a:r>
              <a:rPr lang="en-US" dirty="0" err="1"/>
              <a:t>Mosquitto</a:t>
            </a:r>
            <a:r>
              <a:rPr lang="en-US" dirty="0"/>
              <a:t>)?</a:t>
            </a:r>
          </a:p>
          <a:p>
            <a:r>
              <a:rPr lang="en-US" dirty="0"/>
              <a:t>Backend API (ASP.NET Core </a:t>
            </a:r>
            <a:r>
              <a:rPr lang="en-US" dirty="0" err="1"/>
              <a:t>dengan</a:t>
            </a:r>
            <a:r>
              <a:rPr lang="en-US" dirty="0"/>
              <a:t> MQTT + MongoDB)?</a:t>
            </a:r>
          </a:p>
          <a:p>
            <a:r>
              <a:rPr lang="en-US" dirty="0"/>
              <a:t>MongoDB install &amp; </a:t>
            </a:r>
            <a:r>
              <a:rPr lang="en-US" dirty="0" err="1"/>
              <a:t>config</a:t>
            </a:r>
            <a:r>
              <a:rPr lang="en-US" dirty="0"/>
              <a:t>?</a:t>
            </a:r>
          </a:p>
          <a:p>
            <a:r>
              <a:rPr lang="en-US" dirty="0"/>
              <a:t>Web Interface Angular?</a:t>
            </a:r>
          </a:p>
          <a:p>
            <a:r>
              <a:rPr lang="en-US" dirty="0"/>
              <a:t>Android App </a:t>
            </a:r>
            <a:r>
              <a:rPr lang="en-US" dirty="0" err="1"/>
              <a:t>sederhana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7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5877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 smtClean="0"/>
              <a:t>Alur</a:t>
            </a:r>
            <a:r>
              <a:rPr lang="en-US" dirty="0" smtClean="0"/>
              <a:t> </a:t>
            </a:r>
            <a:r>
              <a:rPr lang="en-US" dirty="0" err="1"/>
              <a:t>arsitektur</a:t>
            </a:r>
            <a:r>
              <a:rPr lang="en-US" dirty="0"/>
              <a:t> </a:t>
            </a:r>
            <a:r>
              <a:rPr lang="en-US" dirty="0" err="1"/>
              <a:t>IoT</a:t>
            </a:r>
            <a:r>
              <a:rPr lang="en-US" dirty="0"/>
              <a:t> </a:t>
            </a:r>
            <a:r>
              <a:rPr lang="en-US" dirty="0" err="1"/>
              <a:t>DeviceManager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komponen-komponen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 smtClean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IoT</a:t>
            </a:r>
            <a:r>
              <a:rPr lang="en-US" dirty="0" smtClean="0"/>
              <a:t> </a:t>
            </a:r>
            <a:r>
              <a:rPr lang="en-US" dirty="0"/>
              <a:t>Device —&gt; connect </a:t>
            </a:r>
            <a:r>
              <a:rPr lang="en-US" dirty="0" err="1" smtClean="0"/>
              <a:t>ke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MQTT </a:t>
            </a:r>
            <a:r>
              <a:rPr lang="en-US" dirty="0"/>
              <a:t>Broker (</a:t>
            </a:r>
            <a:r>
              <a:rPr lang="en-US" dirty="0" err="1"/>
              <a:t>Mosquitto</a:t>
            </a:r>
            <a:r>
              <a:rPr lang="en-US" dirty="0"/>
              <a:t>) —&gt; connect </a:t>
            </a:r>
            <a:r>
              <a:rPr lang="en-US" dirty="0" err="1" smtClean="0"/>
              <a:t>ke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Backend </a:t>
            </a:r>
            <a:r>
              <a:rPr lang="en-US" dirty="0"/>
              <a:t>API (ASP.NET Core) —&gt; connect </a:t>
            </a:r>
            <a:r>
              <a:rPr lang="en-US" dirty="0" err="1" smtClean="0"/>
              <a:t>ke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MongoDB</a:t>
            </a:r>
          </a:p>
          <a:p>
            <a:pPr lvl="1"/>
            <a:r>
              <a:rPr lang="en-US" dirty="0" smtClean="0"/>
              <a:t>Data </a:t>
            </a:r>
            <a:r>
              <a:rPr lang="en-US" dirty="0" err="1"/>
              <a:t>dari</a:t>
            </a:r>
            <a:r>
              <a:rPr lang="en-US" dirty="0"/>
              <a:t> Backend API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disimpan</a:t>
            </a:r>
            <a:r>
              <a:rPr lang="en-US" dirty="0"/>
              <a:t> di </a:t>
            </a:r>
            <a:r>
              <a:rPr lang="en-US" dirty="0" smtClean="0"/>
              <a:t>MongoDB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Backend </a:t>
            </a:r>
            <a:r>
              <a:rPr lang="en-US" dirty="0"/>
              <a:t>API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 smtClean="0"/>
              <a:t>melayani</a:t>
            </a:r>
            <a:endParaRPr lang="en-US" dirty="0" smtClean="0"/>
          </a:p>
          <a:p>
            <a:pPr lvl="1"/>
            <a:r>
              <a:rPr lang="en-US" dirty="0" smtClean="0"/>
              <a:t>Web Interface</a:t>
            </a:r>
          </a:p>
          <a:p>
            <a:pPr lvl="1"/>
            <a:r>
              <a:rPr lang="en-US" dirty="0" smtClean="0"/>
              <a:t>Android </a:t>
            </a:r>
            <a:r>
              <a:rPr lang="en-US" dirty="0"/>
              <a:t>App</a:t>
            </a:r>
          </a:p>
        </p:txBody>
      </p:sp>
    </p:spTree>
    <p:extLst>
      <p:ext uri="{BB962C8B-B14F-4D97-AF65-F5344CB8AC3E}">
        <p14:creationId xmlns:p14="http://schemas.microsoft.com/office/powerpoint/2010/main" val="145071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rmAutofit fontScale="90000"/>
          </a:bodyPr>
          <a:lstStyle/>
          <a:p>
            <a:r>
              <a:rPr lang="en-US" dirty="0"/>
              <a:t>1. Install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konfigurasi</a:t>
            </a:r>
            <a:r>
              <a:rPr lang="en-US" dirty="0"/>
              <a:t> MQTT Broker (</a:t>
            </a:r>
            <a:r>
              <a:rPr lang="en-US" dirty="0" err="1"/>
              <a:t>Mosquitto</a:t>
            </a:r>
            <a:r>
              <a:rPr lang="en-US" dirty="0"/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1543050"/>
            <a:ext cx="556260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</a:t>
            </a:r>
            <a:r>
              <a:rPr lang="en-US" dirty="0"/>
              <a:t>	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sudo</a:t>
            </a:r>
            <a:r>
              <a:rPr lang="en-US" dirty="0"/>
              <a:t> apt update</a:t>
            </a:r>
          </a:p>
          <a:p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mosquitto</a:t>
            </a:r>
            <a:r>
              <a:rPr lang="en-US" dirty="0"/>
              <a:t> </a:t>
            </a:r>
            <a:r>
              <a:rPr lang="en-US" dirty="0" err="1"/>
              <a:t>mosquitto</a:t>
            </a:r>
            <a:r>
              <a:rPr lang="en-US" dirty="0"/>
              <a:t>-clients</a:t>
            </a:r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enable </a:t>
            </a:r>
            <a:r>
              <a:rPr lang="en-US" dirty="0" err="1"/>
              <a:t>mosquitto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start </a:t>
            </a:r>
            <a:r>
              <a:rPr lang="en-US" dirty="0" err="1"/>
              <a:t>mosquitto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76250" y="1025009"/>
            <a:ext cx="3022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Untuk</a:t>
            </a:r>
            <a:r>
              <a:rPr lang="en-US" dirty="0"/>
              <a:t> Linux (Ubuntu/</a:t>
            </a:r>
            <a:r>
              <a:rPr lang="en-US" dirty="0" err="1"/>
              <a:t>Debian</a:t>
            </a:r>
            <a:r>
              <a:rPr lang="en-US" dirty="0"/>
              <a:t>):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316908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Konfigurasi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Mosquitto</a:t>
            </a:r>
            <a:r>
              <a:rPr lang="en-US" dirty="0"/>
              <a:t> (optional, </a:t>
            </a:r>
            <a:r>
              <a:rPr lang="en-US" dirty="0" err="1"/>
              <a:t>contoh</a:t>
            </a:r>
            <a:r>
              <a:rPr lang="en-US" dirty="0"/>
              <a:t> file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mosquitto</a:t>
            </a:r>
            <a:r>
              <a:rPr lang="en-US" dirty="0"/>
              <a:t>/</a:t>
            </a:r>
            <a:r>
              <a:rPr lang="en-US" dirty="0" err="1"/>
              <a:t>mosquitto.conf</a:t>
            </a:r>
            <a:r>
              <a:rPr lang="en-US" dirty="0"/>
              <a:t>):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3964127"/>
            <a:ext cx="556260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conf</a:t>
            </a:r>
            <a:r>
              <a:rPr lang="en-US" dirty="0"/>
              <a:t>	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allow_anonymous</a:t>
            </a:r>
            <a:r>
              <a:rPr lang="en-US" dirty="0"/>
              <a:t> true</a:t>
            </a:r>
          </a:p>
          <a:p>
            <a:r>
              <a:rPr lang="en-US" dirty="0"/>
              <a:t>listener 1883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" y="5042953"/>
            <a:ext cx="4446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Restart </a:t>
            </a:r>
            <a:r>
              <a:rPr lang="en-US" dirty="0" err="1"/>
              <a:t>Mosquitto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konfigurasi</a:t>
            </a:r>
            <a:r>
              <a:rPr lang="en-US" dirty="0"/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5380672"/>
            <a:ext cx="55626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</a:t>
            </a:r>
            <a:r>
              <a:rPr lang="en-US" dirty="0"/>
              <a:t>	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restart </a:t>
            </a:r>
            <a:r>
              <a:rPr lang="en-US" dirty="0" err="1"/>
              <a:t>mosquitto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941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rmAutofit fontScale="90000"/>
          </a:bodyPr>
          <a:lstStyle/>
          <a:p>
            <a:r>
              <a:rPr lang="en-US" dirty="0"/>
              <a:t>2. Backend API (ASP.NET Core) Setup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konfigurasi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76250" y="2878871"/>
            <a:ext cx="466725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</a:t>
            </a:r>
            <a:r>
              <a:rPr lang="en-US" dirty="0"/>
              <a:t>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dotnet</a:t>
            </a:r>
            <a:r>
              <a:rPr lang="en-US" dirty="0"/>
              <a:t> new </a:t>
            </a:r>
            <a:r>
              <a:rPr lang="en-US" dirty="0" err="1"/>
              <a:t>webapi</a:t>
            </a:r>
            <a:r>
              <a:rPr lang="en-US" dirty="0"/>
              <a:t> -o </a:t>
            </a:r>
            <a:r>
              <a:rPr lang="en-US" dirty="0" err="1"/>
              <a:t>BackendAPI</a:t>
            </a:r>
            <a:endParaRPr lang="en-US" dirty="0"/>
          </a:p>
          <a:p>
            <a:r>
              <a:rPr lang="en-US" dirty="0"/>
              <a:t>cd </a:t>
            </a:r>
            <a:r>
              <a:rPr lang="en-US" dirty="0" err="1"/>
              <a:t>BackendAPI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" y="112454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Persyaratan</a:t>
            </a:r>
            <a:r>
              <a:rPr lang="en-US" dirty="0" smtClean="0"/>
              <a:t>:.</a:t>
            </a:r>
          </a:p>
          <a:p>
            <a:r>
              <a:rPr lang="en-US" dirty="0" smtClean="0"/>
              <a:t>NET </a:t>
            </a:r>
            <a:r>
              <a:rPr lang="en-US" dirty="0"/>
              <a:t>SDK </a:t>
            </a:r>
            <a:r>
              <a:rPr lang="en-US" dirty="0" err="1"/>
              <a:t>terinstal</a:t>
            </a:r>
            <a:r>
              <a:rPr lang="en-US" dirty="0"/>
              <a:t> (download di </a:t>
            </a:r>
            <a:r>
              <a:rPr lang="en-US" dirty="0" err="1"/>
              <a:t>sini</a:t>
            </a:r>
            <a:r>
              <a:rPr lang="en-US" dirty="0" smtClean="0"/>
              <a:t>)</a:t>
            </a:r>
          </a:p>
          <a:p>
            <a:r>
              <a:rPr lang="en-US" dirty="0" smtClean="0"/>
              <a:t>MongoDB </a:t>
            </a:r>
            <a:r>
              <a:rPr lang="en-US" dirty="0"/>
              <a:t>connection string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Mosquitto</a:t>
            </a:r>
            <a:r>
              <a:rPr lang="en-US" dirty="0"/>
              <a:t> broker URL (</a:t>
            </a:r>
            <a:r>
              <a:rPr lang="en-US" dirty="0" err="1"/>
              <a:t>biasanya</a:t>
            </a:r>
            <a:r>
              <a:rPr lang="en-US" dirty="0"/>
              <a:t> localhost:1883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/>
              <a:t>steps</a:t>
            </a:r>
            <a:r>
              <a:rPr lang="en-US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Buat</a:t>
            </a:r>
            <a:r>
              <a:rPr lang="en-US" dirty="0" smtClean="0"/>
              <a:t> </a:t>
            </a:r>
            <a:r>
              <a:rPr lang="en-US" dirty="0"/>
              <a:t>project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4025384"/>
            <a:ext cx="5565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Tambahkan</a:t>
            </a:r>
            <a:r>
              <a:rPr lang="en-US" dirty="0"/>
              <a:t> package MQTT client </a:t>
            </a:r>
            <a:r>
              <a:rPr lang="en-US" dirty="0" err="1"/>
              <a:t>dan</a:t>
            </a:r>
            <a:r>
              <a:rPr lang="en-US" dirty="0"/>
              <a:t> MongoDB driver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4617899"/>
            <a:ext cx="466725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</a:t>
            </a:r>
            <a:r>
              <a:rPr lang="en-US" dirty="0"/>
              <a:t>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dotnet</a:t>
            </a:r>
            <a:r>
              <a:rPr lang="en-US" dirty="0"/>
              <a:t> add package </a:t>
            </a:r>
            <a:r>
              <a:rPr lang="en-US" dirty="0" err="1"/>
              <a:t>MQTTnet</a:t>
            </a:r>
            <a:endParaRPr lang="en-US" dirty="0"/>
          </a:p>
          <a:p>
            <a:r>
              <a:rPr lang="en-US" dirty="0" err="1"/>
              <a:t>dotnet</a:t>
            </a:r>
            <a:r>
              <a:rPr lang="en-US" dirty="0"/>
              <a:t> add package </a:t>
            </a:r>
            <a:r>
              <a:rPr lang="en-US" dirty="0" err="1"/>
              <a:t>MongoDB.Driver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558004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MQTT client di </a:t>
            </a:r>
            <a:r>
              <a:rPr lang="en-US" dirty="0" smtClean="0"/>
              <a:t>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Implementasi</a:t>
            </a:r>
            <a:r>
              <a:rPr lang="en-US" dirty="0" smtClean="0"/>
              <a:t> </a:t>
            </a:r>
            <a:r>
              <a:rPr lang="en-US" dirty="0" err="1"/>
              <a:t>koneksi</a:t>
            </a:r>
            <a:r>
              <a:rPr lang="en-US" dirty="0"/>
              <a:t> MongoDB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simpan</a:t>
            </a:r>
            <a:r>
              <a:rPr lang="en-US" dirty="0"/>
              <a:t> </a:t>
            </a:r>
            <a:r>
              <a:rPr lang="en-US" dirty="0" smtClean="0"/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Implementasi</a:t>
            </a:r>
            <a:r>
              <a:rPr lang="en-US" dirty="0" smtClean="0"/>
              <a:t> </a:t>
            </a:r>
            <a:r>
              <a:rPr lang="en-US" dirty="0"/>
              <a:t>endpoint </a:t>
            </a:r>
            <a:r>
              <a:rPr lang="en-US" dirty="0" err="1"/>
              <a:t>untuk</a:t>
            </a:r>
            <a:r>
              <a:rPr lang="en-US" dirty="0"/>
              <a:t> web </a:t>
            </a:r>
            <a:r>
              <a:rPr lang="en-US" dirty="0" err="1"/>
              <a:t>dan</a:t>
            </a:r>
            <a:r>
              <a:rPr lang="en-US" dirty="0"/>
              <a:t> mobile client</a:t>
            </a:r>
          </a:p>
        </p:txBody>
      </p:sp>
    </p:spTree>
    <p:extLst>
      <p:ext uri="{BB962C8B-B14F-4D97-AF65-F5344CB8AC3E}">
        <p14:creationId xmlns:p14="http://schemas.microsoft.com/office/powerpoint/2010/main" val="405342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rmAutofit fontScale="90000"/>
          </a:bodyPr>
          <a:lstStyle/>
          <a:p>
            <a:r>
              <a:rPr lang="en-US" dirty="0"/>
              <a:t>3. MongoDB install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konfigurasi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76250" y="1543050"/>
            <a:ext cx="556260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</a:t>
            </a:r>
            <a:r>
              <a:rPr lang="en-US" dirty="0"/>
              <a:t>	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sudo</a:t>
            </a:r>
            <a:r>
              <a:rPr lang="en-US" dirty="0"/>
              <a:t> apt update</a:t>
            </a:r>
          </a:p>
          <a:p>
            <a:r>
              <a:rPr lang="en-US" dirty="0" err="1"/>
              <a:t>sudo</a:t>
            </a:r>
            <a:r>
              <a:rPr lang="en-US" dirty="0"/>
              <a:t> apt install -y </a:t>
            </a:r>
            <a:r>
              <a:rPr lang="en-US" dirty="0" err="1"/>
              <a:t>mongodb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enable </a:t>
            </a:r>
            <a:r>
              <a:rPr lang="en-US" dirty="0" err="1"/>
              <a:t>mongodb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start </a:t>
            </a:r>
            <a:r>
              <a:rPr lang="en-US" dirty="0" err="1"/>
              <a:t>mongodb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76250" y="1025009"/>
            <a:ext cx="3022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Untuk</a:t>
            </a:r>
            <a:r>
              <a:rPr lang="en-US" dirty="0"/>
              <a:t> Linux (Ubuntu/</a:t>
            </a:r>
            <a:r>
              <a:rPr lang="en-US" dirty="0" err="1"/>
              <a:t>Debian</a:t>
            </a:r>
            <a:r>
              <a:rPr lang="en-US" dirty="0"/>
              <a:t>):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316908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Cek</a:t>
            </a:r>
            <a:r>
              <a:rPr lang="en-US" dirty="0"/>
              <a:t> status: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3601582"/>
            <a:ext cx="55626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</a:t>
            </a:r>
            <a:r>
              <a:rPr lang="en-US" dirty="0"/>
              <a:t>	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/>
              <a:t>udo </a:t>
            </a:r>
            <a:r>
              <a:rPr lang="en-US" dirty="0" err="1"/>
              <a:t>systemctl</a:t>
            </a:r>
            <a:r>
              <a:rPr lang="en-US" dirty="0"/>
              <a:t> status </a:t>
            </a:r>
            <a:r>
              <a:rPr lang="en-US" dirty="0" err="1"/>
              <a:t>mongodb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76250" y="441311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MongoDB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berjalan</a:t>
            </a:r>
            <a:r>
              <a:rPr lang="en-US" dirty="0"/>
              <a:t> di port 27017. </a:t>
            </a:r>
            <a:r>
              <a:rPr lang="en-US" dirty="0" err="1"/>
              <a:t>Pastikan</a:t>
            </a:r>
            <a:r>
              <a:rPr lang="en-US" dirty="0"/>
              <a:t> backend API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MongoDB.</a:t>
            </a:r>
          </a:p>
        </p:txBody>
      </p:sp>
    </p:spTree>
    <p:extLst>
      <p:ext uri="{BB962C8B-B14F-4D97-AF65-F5344CB8AC3E}">
        <p14:creationId xmlns:p14="http://schemas.microsoft.com/office/powerpoint/2010/main" val="346550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rmAutofit fontScale="90000"/>
          </a:bodyPr>
          <a:lstStyle/>
          <a:p>
            <a:r>
              <a:rPr lang="en-US" dirty="0"/>
              <a:t>4. Web Interface Setup (</a:t>
            </a:r>
            <a:r>
              <a:rPr lang="en-US" dirty="0" err="1"/>
              <a:t>contoh</a:t>
            </a:r>
            <a:r>
              <a:rPr lang="en-US" dirty="0"/>
              <a:t> Angular)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1493877"/>
            <a:ext cx="466725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</a:t>
            </a:r>
            <a:r>
              <a:rPr lang="en-US" dirty="0"/>
              <a:t>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npm</a:t>
            </a:r>
            <a:r>
              <a:rPr lang="en-US" dirty="0"/>
              <a:t> install -g @angular/cli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12454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Pastikan sudah install Node.js dan Angular CLI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2253645"/>
            <a:ext cx="2405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Buat</a:t>
            </a:r>
            <a:r>
              <a:rPr lang="en-US" dirty="0"/>
              <a:t> project Angular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55001" y="2661790"/>
            <a:ext cx="466725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</a:t>
            </a:r>
            <a:r>
              <a:rPr lang="en-US" dirty="0"/>
              <a:t>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/>
              <a:t>ng new web-interface</a:t>
            </a:r>
          </a:p>
          <a:p>
            <a:r>
              <a:rPr lang="en-US" dirty="0"/>
              <a:t>cd web-interface</a:t>
            </a:r>
          </a:p>
          <a:p>
            <a:r>
              <a:rPr lang="en-US" dirty="0"/>
              <a:t>ng serve --open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7767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Konsumsi</a:t>
            </a:r>
            <a:r>
              <a:rPr lang="en-US" dirty="0"/>
              <a:t> API </a:t>
            </a:r>
            <a:r>
              <a:rPr lang="en-US" dirty="0" err="1"/>
              <a:t>dari</a:t>
            </a:r>
            <a:r>
              <a:rPr lang="en-US" dirty="0"/>
              <a:t> backend ASP.NET Core</a:t>
            </a:r>
          </a:p>
        </p:txBody>
      </p:sp>
    </p:spTree>
    <p:extLst>
      <p:ext uri="{BB962C8B-B14F-4D97-AF65-F5344CB8AC3E}">
        <p14:creationId xmlns:p14="http://schemas.microsoft.com/office/powerpoint/2010/main" val="701466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rmAutofit fontScale="90000"/>
          </a:bodyPr>
          <a:lstStyle/>
          <a:p>
            <a:r>
              <a:rPr lang="en-US" dirty="0"/>
              <a:t>5. Android App Setup (</a:t>
            </a:r>
            <a:r>
              <a:rPr lang="en-US" dirty="0" err="1"/>
              <a:t>opsional</a:t>
            </a:r>
            <a:r>
              <a:rPr lang="en-US" dirty="0"/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125971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Gunakan</a:t>
            </a:r>
            <a:r>
              <a:rPr lang="en-US" dirty="0"/>
              <a:t> Android </a:t>
            </a:r>
            <a:r>
              <a:rPr lang="en-US" dirty="0" smtClean="0"/>
              <a:t>Studio</a:t>
            </a:r>
          </a:p>
          <a:p>
            <a:r>
              <a:rPr lang="en-US" dirty="0" err="1" smtClean="0"/>
              <a:t>Buat</a:t>
            </a:r>
            <a:r>
              <a:rPr lang="en-US" dirty="0" smtClean="0"/>
              <a:t> </a:t>
            </a:r>
            <a:r>
              <a:rPr lang="en-US" dirty="0"/>
              <a:t>project </a:t>
            </a:r>
            <a:r>
              <a:rPr lang="en-US" dirty="0" err="1" smtClean="0"/>
              <a:t>baru</a:t>
            </a:r>
            <a:endParaRPr lang="en-US" dirty="0" smtClean="0"/>
          </a:p>
          <a:p>
            <a:r>
              <a:rPr lang="en-US" dirty="0" err="1" smtClean="0"/>
              <a:t>Implementasi</a:t>
            </a:r>
            <a:r>
              <a:rPr lang="en-US" dirty="0" smtClean="0"/>
              <a:t> </a:t>
            </a:r>
            <a:r>
              <a:rPr lang="en-US" dirty="0"/>
              <a:t>MQTT client library (</a:t>
            </a: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Paho</a:t>
            </a:r>
            <a:r>
              <a:rPr lang="en-US" dirty="0"/>
              <a:t> MQTT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Connect </a:t>
            </a:r>
            <a:r>
              <a:rPr lang="en-US" dirty="0" err="1"/>
              <a:t>ke</a:t>
            </a:r>
            <a:r>
              <a:rPr lang="en-US" dirty="0"/>
              <a:t> MQTT Broker </a:t>
            </a:r>
            <a:r>
              <a:rPr lang="en-US" dirty="0" err="1"/>
              <a:t>dan</a:t>
            </a:r>
            <a:r>
              <a:rPr lang="en-US" dirty="0"/>
              <a:t> Backend API</a:t>
            </a:r>
          </a:p>
        </p:txBody>
      </p:sp>
    </p:spTree>
    <p:extLst>
      <p:ext uri="{BB962C8B-B14F-4D97-AF65-F5344CB8AC3E}">
        <p14:creationId xmlns:p14="http://schemas.microsoft.com/office/powerpoint/2010/main" val="104801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rmAutofit fontScale="90000"/>
          </a:bodyPr>
          <a:lstStyle/>
          <a:p>
            <a:r>
              <a:rPr lang="en-US" dirty="0"/>
              <a:t>1. </a:t>
            </a:r>
            <a:r>
              <a:rPr lang="en-US" b="1" dirty="0"/>
              <a:t>Backend API (ASP.NET Core) Minimal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76250" y="1742121"/>
            <a:ext cx="11506200" cy="156042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csharp</a:t>
            </a:r>
            <a:r>
              <a:rPr lang="en-US" dirty="0"/>
              <a:t>	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/>
              <a:t>using </a:t>
            </a:r>
            <a:r>
              <a:rPr lang="en-US" dirty="0" err="1"/>
              <a:t>MQTTnet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MQTTnet.Client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MQTTnet.Client.Options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MongoDB.Bson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MongoDB.Driver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builder = </a:t>
            </a:r>
            <a:r>
              <a:rPr lang="en-US" dirty="0" err="1"/>
              <a:t>WebApplication.CreateBuilder</a:t>
            </a:r>
            <a:r>
              <a:rPr lang="en-US" dirty="0"/>
              <a:t>(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// Configurations (hardcoded for demo)</a:t>
            </a:r>
          </a:p>
          <a:p>
            <a:r>
              <a:rPr lang="en-US" dirty="0"/>
              <a:t>string </a:t>
            </a:r>
            <a:r>
              <a:rPr lang="en-US" dirty="0" err="1"/>
              <a:t>mqttHost</a:t>
            </a:r>
            <a:r>
              <a:rPr lang="en-US" dirty="0"/>
              <a:t> = "localhost";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mqttPort</a:t>
            </a:r>
            <a:r>
              <a:rPr lang="en-US" dirty="0"/>
              <a:t> = 1883;</a:t>
            </a:r>
          </a:p>
          <a:p>
            <a:r>
              <a:rPr lang="en-US" dirty="0"/>
              <a:t>string </a:t>
            </a:r>
            <a:r>
              <a:rPr lang="en-US" dirty="0" err="1"/>
              <a:t>mongoConnString</a:t>
            </a:r>
            <a:r>
              <a:rPr lang="en-US" dirty="0"/>
              <a:t> = "</a:t>
            </a:r>
            <a:r>
              <a:rPr lang="en-US" dirty="0" err="1"/>
              <a:t>mongodb</a:t>
            </a:r>
            <a:r>
              <a:rPr lang="en-US" dirty="0"/>
              <a:t>://localhost:27017";</a:t>
            </a:r>
          </a:p>
          <a:p>
            <a:r>
              <a:rPr lang="en-US" dirty="0"/>
              <a:t>string </a:t>
            </a:r>
            <a:r>
              <a:rPr lang="en-US" dirty="0" err="1"/>
              <a:t>mongoDbName</a:t>
            </a:r>
            <a:r>
              <a:rPr lang="en-US" dirty="0"/>
              <a:t> = "</a:t>
            </a:r>
            <a:r>
              <a:rPr lang="en-US" dirty="0" err="1"/>
              <a:t>iotdb</a:t>
            </a:r>
            <a:r>
              <a:rPr lang="en-US" dirty="0"/>
              <a:t>";</a:t>
            </a:r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app = </a:t>
            </a:r>
            <a:r>
              <a:rPr lang="en-US" dirty="0" err="1"/>
              <a:t>builder.Build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// MongoDB client</a:t>
            </a:r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mongoClient</a:t>
            </a:r>
            <a:r>
              <a:rPr lang="en-US" dirty="0"/>
              <a:t> = new </a:t>
            </a:r>
            <a:r>
              <a:rPr lang="en-US" dirty="0" err="1"/>
              <a:t>MongoClient</a:t>
            </a:r>
            <a:r>
              <a:rPr lang="en-US" dirty="0"/>
              <a:t>(</a:t>
            </a:r>
            <a:r>
              <a:rPr lang="en-US" dirty="0" err="1"/>
              <a:t>mongoConnString</a:t>
            </a:r>
            <a:r>
              <a:rPr lang="en-US" dirty="0"/>
              <a:t>);</a:t>
            </a:r>
          </a:p>
          <a:p>
            <a:r>
              <a:rPr lang="en-US" dirty="0" err="1"/>
              <a:t>var</a:t>
            </a:r>
            <a:r>
              <a:rPr lang="en-US" dirty="0"/>
              <a:t> database = </a:t>
            </a:r>
            <a:r>
              <a:rPr lang="en-US" dirty="0" err="1"/>
              <a:t>mongoClient.GetDatabase</a:t>
            </a:r>
            <a:r>
              <a:rPr lang="en-US" dirty="0"/>
              <a:t>(</a:t>
            </a:r>
            <a:r>
              <a:rPr lang="en-US" dirty="0" err="1"/>
              <a:t>mongoDbName</a:t>
            </a:r>
            <a:r>
              <a:rPr lang="en-US" dirty="0"/>
              <a:t>);</a:t>
            </a:r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devicesCollection</a:t>
            </a:r>
            <a:r>
              <a:rPr lang="en-US" dirty="0"/>
              <a:t> = </a:t>
            </a:r>
            <a:r>
              <a:rPr lang="en-US" dirty="0" err="1"/>
              <a:t>database.GetCollection</a:t>
            </a:r>
            <a:r>
              <a:rPr lang="en-US" dirty="0"/>
              <a:t>&lt;</a:t>
            </a:r>
            <a:r>
              <a:rPr lang="en-US" dirty="0" err="1"/>
              <a:t>BsonDocument</a:t>
            </a:r>
            <a:r>
              <a:rPr lang="en-US" dirty="0"/>
              <a:t>&gt;("devices");</a:t>
            </a:r>
          </a:p>
          <a:p>
            <a:endParaRPr lang="en-US" dirty="0"/>
          </a:p>
          <a:p>
            <a:r>
              <a:rPr lang="en-US" dirty="0"/>
              <a:t>// MQTT Client connect (</a:t>
            </a:r>
            <a:r>
              <a:rPr lang="en-US" dirty="0" err="1"/>
              <a:t>async</a:t>
            </a:r>
            <a:r>
              <a:rPr lang="en-US" dirty="0"/>
              <a:t> fire and forget)</a:t>
            </a:r>
          </a:p>
          <a:p>
            <a:r>
              <a:rPr lang="en-US" dirty="0" err="1"/>
              <a:t>var</a:t>
            </a:r>
            <a:r>
              <a:rPr lang="en-US" dirty="0"/>
              <a:t> factory = new </a:t>
            </a:r>
            <a:r>
              <a:rPr lang="en-US" dirty="0" err="1"/>
              <a:t>MqttFactory</a:t>
            </a:r>
            <a:r>
              <a:rPr lang="en-US" dirty="0"/>
              <a:t>();</a:t>
            </a:r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mqttClient</a:t>
            </a:r>
            <a:r>
              <a:rPr lang="en-US" dirty="0"/>
              <a:t> = </a:t>
            </a:r>
            <a:r>
              <a:rPr lang="en-US" dirty="0" err="1"/>
              <a:t>factory.CreateMqttClient</a:t>
            </a:r>
            <a:r>
              <a:rPr lang="en-US" dirty="0"/>
              <a:t>();</a:t>
            </a:r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mqttOptions</a:t>
            </a:r>
            <a:r>
              <a:rPr lang="en-US" dirty="0"/>
              <a:t> = new </a:t>
            </a:r>
            <a:r>
              <a:rPr lang="en-US" dirty="0" err="1"/>
              <a:t>MqttClientOptionsBuilder</a:t>
            </a:r>
            <a:r>
              <a:rPr lang="en-US" dirty="0"/>
              <a:t>()</a:t>
            </a:r>
          </a:p>
          <a:p>
            <a:r>
              <a:rPr lang="en-US" dirty="0"/>
              <a:t>    .</a:t>
            </a:r>
            <a:r>
              <a:rPr lang="en-US" dirty="0" err="1"/>
              <a:t>WithTcpServer</a:t>
            </a:r>
            <a:r>
              <a:rPr lang="en-US" dirty="0"/>
              <a:t>(</a:t>
            </a:r>
            <a:r>
              <a:rPr lang="en-US" dirty="0" err="1"/>
              <a:t>mqttHost</a:t>
            </a:r>
            <a:r>
              <a:rPr lang="en-US" dirty="0"/>
              <a:t>, </a:t>
            </a:r>
            <a:r>
              <a:rPr lang="en-US" dirty="0" err="1"/>
              <a:t>mqttPort</a:t>
            </a:r>
            <a:r>
              <a:rPr lang="en-US" dirty="0"/>
              <a:t>)</a:t>
            </a:r>
          </a:p>
          <a:p>
            <a:r>
              <a:rPr lang="en-US" dirty="0"/>
              <a:t>    .Build();</a:t>
            </a:r>
          </a:p>
          <a:p>
            <a:r>
              <a:rPr lang="en-US" dirty="0"/>
              <a:t>await </a:t>
            </a:r>
            <a:r>
              <a:rPr lang="en-US" dirty="0" err="1"/>
              <a:t>mqttClient.ConnectAsync</a:t>
            </a:r>
            <a:r>
              <a:rPr lang="en-US" dirty="0"/>
              <a:t>(</a:t>
            </a:r>
            <a:r>
              <a:rPr lang="en-US" dirty="0" err="1"/>
              <a:t>mqttOptions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// Simple API endpoint to get all devices from MongoDB</a:t>
            </a:r>
          </a:p>
          <a:p>
            <a:r>
              <a:rPr lang="en-US" dirty="0" err="1"/>
              <a:t>app.MapGet</a:t>
            </a:r>
            <a:r>
              <a:rPr lang="en-US" dirty="0"/>
              <a:t>("/devices", </a:t>
            </a:r>
            <a:r>
              <a:rPr lang="en-US" dirty="0" err="1"/>
              <a:t>async</a:t>
            </a:r>
            <a:r>
              <a:rPr lang="en-US" dirty="0"/>
              <a:t> () =&gt;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var</a:t>
            </a:r>
            <a:r>
              <a:rPr lang="en-US" dirty="0"/>
              <a:t> devices = await </a:t>
            </a:r>
            <a:r>
              <a:rPr lang="en-US" dirty="0" err="1"/>
              <a:t>devicesCollection.Find</a:t>
            </a:r>
            <a:r>
              <a:rPr lang="en-US" dirty="0"/>
              <a:t>(new </a:t>
            </a:r>
            <a:r>
              <a:rPr lang="en-US" dirty="0" err="1"/>
              <a:t>BsonDocument</a:t>
            </a:r>
            <a:r>
              <a:rPr lang="en-US" dirty="0"/>
              <a:t>()).</a:t>
            </a:r>
            <a:r>
              <a:rPr lang="en-US" dirty="0" err="1"/>
              <a:t>ToListAsync</a:t>
            </a:r>
            <a:r>
              <a:rPr lang="en-US" dirty="0"/>
              <a:t>();</a:t>
            </a:r>
          </a:p>
          <a:p>
            <a:r>
              <a:rPr lang="en-US" dirty="0"/>
              <a:t>    return </a:t>
            </a:r>
            <a:r>
              <a:rPr lang="en-US" dirty="0" err="1"/>
              <a:t>Results.Ok</a:t>
            </a:r>
            <a:r>
              <a:rPr lang="en-US" dirty="0"/>
              <a:t>(devices);</a:t>
            </a:r>
          </a:p>
          <a:p>
            <a:r>
              <a:rPr lang="en-US" dirty="0"/>
              <a:t>});</a:t>
            </a:r>
          </a:p>
          <a:p>
            <a:endParaRPr lang="en-US" dirty="0"/>
          </a:p>
          <a:p>
            <a:r>
              <a:rPr lang="en-US" dirty="0"/>
              <a:t>// MQTT subscribe example (assumes devices publish to "devices/+/data")</a:t>
            </a:r>
          </a:p>
          <a:p>
            <a:r>
              <a:rPr lang="en-US" dirty="0" err="1"/>
              <a:t>mqttClient.UseApplicationMessageReceivedHandler</a:t>
            </a:r>
            <a:r>
              <a:rPr lang="en-US" dirty="0"/>
              <a:t>(</a:t>
            </a:r>
            <a:r>
              <a:rPr lang="en-US" dirty="0" err="1"/>
              <a:t>async</a:t>
            </a:r>
            <a:r>
              <a:rPr lang="en-US" dirty="0"/>
              <a:t> e =&gt;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var</a:t>
            </a:r>
            <a:r>
              <a:rPr lang="en-US" dirty="0"/>
              <a:t> topic = </a:t>
            </a:r>
            <a:r>
              <a:rPr lang="en-US" dirty="0" err="1"/>
              <a:t>e.ApplicationMessage.Topic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var</a:t>
            </a:r>
            <a:r>
              <a:rPr lang="en-US" dirty="0"/>
              <a:t> payload = </a:t>
            </a:r>
            <a:r>
              <a:rPr lang="en-US" dirty="0" err="1"/>
              <a:t>e.ApplicationMessage.Payload</a:t>
            </a:r>
            <a:r>
              <a:rPr lang="en-US" dirty="0"/>
              <a:t> == null ? "" : System.Text.Encoding.UTF8.GetString(</a:t>
            </a:r>
            <a:r>
              <a:rPr lang="en-US" dirty="0" err="1"/>
              <a:t>e.ApplicationMessage.Payload</a:t>
            </a:r>
            <a:r>
              <a:rPr lang="en-US" dirty="0"/>
              <a:t>);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Store MQTT message payload to MongoDB</a:t>
            </a:r>
          </a:p>
          <a:p>
            <a:r>
              <a:rPr lang="en-US" dirty="0"/>
              <a:t>    </a:t>
            </a:r>
            <a:r>
              <a:rPr lang="en-US" dirty="0" err="1"/>
              <a:t>var</a:t>
            </a:r>
            <a:r>
              <a:rPr lang="en-US" dirty="0"/>
              <a:t> doc = new </a:t>
            </a:r>
            <a:r>
              <a:rPr lang="en-US" dirty="0" err="1"/>
              <a:t>BsonDocument</a:t>
            </a:r>
            <a:endParaRPr lang="en-US" dirty="0"/>
          </a:p>
          <a:p>
            <a:r>
              <a:rPr lang="en-US" dirty="0"/>
              <a:t>    {</a:t>
            </a:r>
          </a:p>
          <a:p>
            <a:r>
              <a:rPr lang="en-US" dirty="0"/>
              <a:t>        {"topic", topic },</a:t>
            </a:r>
          </a:p>
          <a:p>
            <a:r>
              <a:rPr lang="en-US" dirty="0"/>
              <a:t>        {"payload", payload },</a:t>
            </a:r>
          </a:p>
          <a:p>
            <a:r>
              <a:rPr lang="en-US" dirty="0"/>
              <a:t>        {"</a:t>
            </a:r>
            <a:r>
              <a:rPr lang="en-US" dirty="0" err="1"/>
              <a:t>receivedAt</a:t>
            </a:r>
            <a:r>
              <a:rPr lang="en-US" dirty="0"/>
              <a:t>", </a:t>
            </a:r>
            <a:r>
              <a:rPr lang="en-US" dirty="0" err="1"/>
              <a:t>DateTime.UtcNow</a:t>
            </a:r>
            <a:r>
              <a:rPr lang="en-US" dirty="0"/>
              <a:t> }</a:t>
            </a:r>
          </a:p>
          <a:p>
            <a:r>
              <a:rPr lang="en-US" dirty="0"/>
              <a:t>    };</a:t>
            </a:r>
          </a:p>
          <a:p>
            <a:r>
              <a:rPr lang="en-US" dirty="0"/>
              <a:t>    await </a:t>
            </a:r>
            <a:r>
              <a:rPr lang="en-US" dirty="0" err="1"/>
              <a:t>devicesCollection.InsertOneAsync</a:t>
            </a:r>
            <a:r>
              <a:rPr lang="en-US" dirty="0"/>
              <a:t>(doc);</a:t>
            </a:r>
          </a:p>
          <a:p>
            <a:r>
              <a:rPr lang="en-US" dirty="0"/>
              <a:t>});</a:t>
            </a:r>
          </a:p>
          <a:p>
            <a:r>
              <a:rPr lang="en-US" dirty="0"/>
              <a:t>await </a:t>
            </a:r>
            <a:r>
              <a:rPr lang="en-US" dirty="0" err="1"/>
              <a:t>mqttClient.SubscribeAsync</a:t>
            </a:r>
            <a:r>
              <a:rPr lang="en-US" dirty="0"/>
              <a:t>("devices/+/data");</a:t>
            </a:r>
          </a:p>
          <a:p>
            <a:endParaRPr lang="en-US" dirty="0"/>
          </a:p>
          <a:p>
            <a:r>
              <a:rPr lang="en-US" dirty="0" err="1"/>
              <a:t>app.Run</a:t>
            </a:r>
            <a:r>
              <a:rPr lang="en-US" dirty="0"/>
              <a:t>();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12454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File Program.cs (ASP.NET Core 6+ minimal API style):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36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Autofit/>
          </a:bodyPr>
          <a:lstStyle/>
          <a:p>
            <a:r>
              <a:rPr lang="en-US" sz="3600" dirty="0"/>
              <a:t>2. </a:t>
            </a:r>
            <a:r>
              <a:rPr lang="en-US" sz="3600" b="1" dirty="0"/>
              <a:t>Angular Web Interface - Service to call Backend API</a:t>
            </a:r>
            <a:endParaRPr lang="en-US" sz="3600" dirty="0"/>
          </a:p>
        </p:txBody>
      </p:sp>
      <p:sp>
        <p:nvSpPr>
          <p:cNvPr id="12" name="Rectangle 11"/>
          <p:cNvSpPr/>
          <p:nvPr/>
        </p:nvSpPr>
        <p:spPr>
          <a:xfrm>
            <a:off x="476250" y="1742121"/>
            <a:ext cx="11506200" cy="48013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Typescript					</a:t>
            </a:r>
            <a:r>
              <a:rPr lang="en-US" dirty="0"/>
              <a:t>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smtClean="0"/>
              <a:t>import </a:t>
            </a:r>
            <a:r>
              <a:rPr lang="en-US" dirty="0"/>
              <a:t>{ Injectable } from '@angular/core';</a:t>
            </a:r>
          </a:p>
          <a:p>
            <a:r>
              <a:rPr lang="en-US" dirty="0"/>
              <a:t>import { </a:t>
            </a:r>
            <a:r>
              <a:rPr lang="en-US" dirty="0" err="1"/>
              <a:t>HttpClient</a:t>
            </a:r>
            <a:r>
              <a:rPr lang="en-US" dirty="0"/>
              <a:t> } from '@angular/common/http';</a:t>
            </a:r>
          </a:p>
          <a:p>
            <a:r>
              <a:rPr lang="en-US" dirty="0"/>
              <a:t>import { Observable } from '</a:t>
            </a:r>
            <a:r>
              <a:rPr lang="en-US" dirty="0" err="1"/>
              <a:t>rxjs</a:t>
            </a:r>
            <a:r>
              <a:rPr lang="en-US" dirty="0"/>
              <a:t>';</a:t>
            </a:r>
          </a:p>
          <a:p>
            <a:endParaRPr lang="en-US" dirty="0"/>
          </a:p>
          <a:p>
            <a:r>
              <a:rPr lang="en-US" dirty="0"/>
              <a:t>@Injectable({</a:t>
            </a:r>
          </a:p>
          <a:p>
            <a:r>
              <a:rPr lang="en-US" dirty="0"/>
              <a:t>  </a:t>
            </a:r>
            <a:r>
              <a:rPr lang="en-US" dirty="0" err="1"/>
              <a:t>providedIn</a:t>
            </a:r>
            <a:r>
              <a:rPr lang="en-US" dirty="0"/>
              <a:t>: 'root'</a:t>
            </a:r>
          </a:p>
          <a:p>
            <a:r>
              <a:rPr lang="en-US" dirty="0"/>
              <a:t>})</a:t>
            </a:r>
          </a:p>
          <a:p>
            <a:r>
              <a:rPr lang="en-US" dirty="0"/>
              <a:t>export class </a:t>
            </a:r>
            <a:r>
              <a:rPr lang="en-US" dirty="0" err="1"/>
              <a:t>DeviceService</a:t>
            </a:r>
            <a:r>
              <a:rPr lang="en-US" dirty="0"/>
              <a:t> {</a:t>
            </a:r>
          </a:p>
          <a:p>
            <a:r>
              <a:rPr lang="en-US" dirty="0"/>
              <a:t>  private </a:t>
            </a:r>
            <a:r>
              <a:rPr lang="en-US" dirty="0" err="1"/>
              <a:t>apiUrl</a:t>
            </a:r>
            <a:r>
              <a:rPr lang="en-US" dirty="0"/>
              <a:t> = 'http://localhost:5000/devices'; // adjust port if needed</a:t>
            </a:r>
          </a:p>
          <a:p>
            <a:endParaRPr lang="en-US" dirty="0"/>
          </a:p>
          <a:p>
            <a:r>
              <a:rPr lang="en-US" dirty="0"/>
              <a:t>  constructor(private http: </a:t>
            </a:r>
            <a:r>
              <a:rPr lang="en-US" dirty="0" err="1"/>
              <a:t>HttpClient</a:t>
            </a:r>
            <a:r>
              <a:rPr lang="en-US" dirty="0"/>
              <a:t>) { }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getDevices</a:t>
            </a:r>
            <a:r>
              <a:rPr lang="en-US" dirty="0"/>
              <a:t>(): Observable&lt;any[]&gt; {</a:t>
            </a:r>
          </a:p>
          <a:p>
            <a:r>
              <a:rPr lang="en-US" dirty="0"/>
              <a:t>    return </a:t>
            </a:r>
            <a:r>
              <a:rPr lang="en-US" dirty="0" err="1"/>
              <a:t>this.http.get</a:t>
            </a:r>
            <a:r>
              <a:rPr lang="en-US" dirty="0"/>
              <a:t>&lt;any[]&gt;(</a:t>
            </a:r>
            <a:r>
              <a:rPr lang="en-US" dirty="0" err="1"/>
              <a:t>this.apiUrl</a:t>
            </a:r>
            <a:r>
              <a:rPr lang="en-US" dirty="0"/>
              <a:t>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12454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Create device.service.ts: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85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753850" cy="511175"/>
          </a:xfrm>
        </p:spPr>
        <p:txBody>
          <a:bodyPr>
            <a:noAutofit/>
          </a:bodyPr>
          <a:lstStyle/>
          <a:p>
            <a:r>
              <a:rPr lang="en-US" sz="3600" dirty="0"/>
              <a:t>2. </a:t>
            </a:r>
            <a:r>
              <a:rPr lang="en-US" sz="3600" b="1" dirty="0"/>
              <a:t>Angular Web Interface - Service to call Backend </a:t>
            </a:r>
            <a:r>
              <a:rPr lang="en-US" sz="3600" b="1" dirty="0" smtClean="0"/>
              <a:t>API (</a:t>
            </a:r>
            <a:r>
              <a:rPr lang="en-US" sz="3600" b="1" dirty="0" err="1" smtClean="0"/>
              <a:t>cont’s</a:t>
            </a:r>
            <a:r>
              <a:rPr lang="en-US" sz="3600" b="1" dirty="0" smtClean="0"/>
              <a:t>)</a:t>
            </a:r>
            <a:endParaRPr lang="en-US" sz="3600" dirty="0"/>
          </a:p>
        </p:txBody>
      </p:sp>
      <p:sp>
        <p:nvSpPr>
          <p:cNvPr id="12" name="Rectangle 11"/>
          <p:cNvSpPr/>
          <p:nvPr/>
        </p:nvSpPr>
        <p:spPr>
          <a:xfrm>
            <a:off x="476250" y="1493877"/>
            <a:ext cx="11506200" cy="67403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Typescript					</a:t>
            </a:r>
            <a:r>
              <a:rPr lang="en-US" dirty="0"/>
              <a:t>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/>
              <a:t>import { Component, </a:t>
            </a:r>
            <a:r>
              <a:rPr lang="en-US" dirty="0" err="1"/>
              <a:t>OnInit</a:t>
            </a:r>
            <a:r>
              <a:rPr lang="en-US" dirty="0"/>
              <a:t> } from '@angular/core';</a:t>
            </a:r>
          </a:p>
          <a:p>
            <a:r>
              <a:rPr lang="en-US" dirty="0"/>
              <a:t>import { </a:t>
            </a:r>
            <a:r>
              <a:rPr lang="en-US" dirty="0" err="1"/>
              <a:t>DeviceService</a:t>
            </a:r>
            <a:r>
              <a:rPr lang="en-US" dirty="0"/>
              <a:t> } from './</a:t>
            </a:r>
            <a:r>
              <a:rPr lang="en-US" dirty="0" err="1"/>
              <a:t>device.service</a:t>
            </a:r>
            <a:r>
              <a:rPr lang="en-US" dirty="0"/>
              <a:t>';</a:t>
            </a:r>
          </a:p>
          <a:p>
            <a:endParaRPr lang="en-US" dirty="0"/>
          </a:p>
          <a:p>
            <a:r>
              <a:rPr lang="en-US" dirty="0"/>
              <a:t>@Component({</a:t>
            </a:r>
          </a:p>
          <a:p>
            <a:r>
              <a:rPr lang="en-US" dirty="0"/>
              <a:t>  selector: 'app-root',</a:t>
            </a:r>
          </a:p>
          <a:p>
            <a:r>
              <a:rPr lang="en-US" dirty="0"/>
              <a:t>  template: `</a:t>
            </a:r>
          </a:p>
          <a:p>
            <a:r>
              <a:rPr lang="en-US" dirty="0"/>
              <a:t>    &lt;h2&gt;Device Data&lt;/h2&gt;</a:t>
            </a:r>
          </a:p>
          <a:p>
            <a:r>
              <a:rPr lang="en-US" dirty="0"/>
              <a:t>    &lt;</a:t>
            </a:r>
            <a:r>
              <a:rPr lang="en-US" dirty="0" err="1"/>
              <a:t>ul</a:t>
            </a:r>
            <a:r>
              <a:rPr lang="en-US" dirty="0"/>
              <a:t>&gt;</a:t>
            </a:r>
          </a:p>
          <a:p>
            <a:r>
              <a:rPr lang="en-US" dirty="0"/>
              <a:t>      &lt;li *</a:t>
            </a:r>
            <a:r>
              <a:rPr lang="en-US" dirty="0" err="1"/>
              <a:t>ngFor</a:t>
            </a:r>
            <a:r>
              <a:rPr lang="en-US" dirty="0"/>
              <a:t>="let device of devices"&gt;</a:t>
            </a:r>
          </a:p>
          <a:p>
            <a:r>
              <a:rPr lang="en-US" dirty="0"/>
              <a:t>        {{</a:t>
            </a:r>
            <a:r>
              <a:rPr lang="en-US" dirty="0" err="1"/>
              <a:t>device.topic</a:t>
            </a:r>
            <a:r>
              <a:rPr lang="en-US" dirty="0"/>
              <a:t>}} : {{</a:t>
            </a:r>
            <a:r>
              <a:rPr lang="en-US" dirty="0" err="1"/>
              <a:t>device.payload</a:t>
            </a:r>
            <a:r>
              <a:rPr lang="en-US" dirty="0"/>
              <a:t>}} ({{</a:t>
            </a:r>
            <a:r>
              <a:rPr lang="en-US" dirty="0" err="1"/>
              <a:t>device.receivedAt</a:t>
            </a:r>
            <a:r>
              <a:rPr lang="en-US" dirty="0"/>
              <a:t>}})</a:t>
            </a:r>
          </a:p>
          <a:p>
            <a:r>
              <a:rPr lang="en-US" dirty="0"/>
              <a:t>      &lt;/li&gt;</a:t>
            </a:r>
          </a:p>
          <a:p>
            <a:r>
              <a:rPr lang="en-US" dirty="0"/>
              <a:t>    &lt;/</a:t>
            </a:r>
            <a:r>
              <a:rPr lang="en-US" dirty="0" err="1"/>
              <a:t>ul</a:t>
            </a:r>
            <a:r>
              <a:rPr lang="en-US" dirty="0"/>
              <a:t>&gt;</a:t>
            </a:r>
          </a:p>
          <a:p>
            <a:r>
              <a:rPr lang="en-US" dirty="0"/>
              <a:t>  `</a:t>
            </a:r>
          </a:p>
          <a:p>
            <a:r>
              <a:rPr lang="en-US" dirty="0"/>
              <a:t>})</a:t>
            </a:r>
          </a:p>
          <a:p>
            <a:r>
              <a:rPr lang="en-US" dirty="0"/>
              <a:t>export class </a:t>
            </a:r>
            <a:r>
              <a:rPr lang="en-US" dirty="0" err="1"/>
              <a:t>AppComponent</a:t>
            </a:r>
            <a:r>
              <a:rPr lang="en-US" dirty="0"/>
              <a:t> implements </a:t>
            </a:r>
            <a:r>
              <a:rPr lang="en-US" dirty="0" err="1"/>
              <a:t>OnInit</a:t>
            </a:r>
            <a:r>
              <a:rPr lang="en-US" dirty="0"/>
              <a:t> {</a:t>
            </a:r>
          </a:p>
          <a:p>
            <a:r>
              <a:rPr lang="en-US" dirty="0"/>
              <a:t>  devices: any[] = [];</a:t>
            </a:r>
          </a:p>
          <a:p>
            <a:endParaRPr lang="en-US" dirty="0"/>
          </a:p>
          <a:p>
            <a:r>
              <a:rPr lang="en-US" dirty="0"/>
              <a:t>  constructor(private </a:t>
            </a:r>
            <a:r>
              <a:rPr lang="en-US" dirty="0" err="1"/>
              <a:t>deviceService</a:t>
            </a:r>
            <a:r>
              <a:rPr lang="en-US" dirty="0"/>
              <a:t>: </a:t>
            </a:r>
            <a:r>
              <a:rPr lang="en-US" dirty="0" err="1"/>
              <a:t>DeviceService</a:t>
            </a:r>
            <a:r>
              <a:rPr lang="en-US" dirty="0"/>
              <a:t>) {}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ngOnInit</a:t>
            </a:r>
            <a:r>
              <a:rPr lang="en-US" dirty="0"/>
              <a:t>() {</a:t>
            </a:r>
          </a:p>
          <a:p>
            <a:r>
              <a:rPr lang="en-US" dirty="0"/>
              <a:t>    </a:t>
            </a:r>
            <a:r>
              <a:rPr lang="en-US" dirty="0" err="1"/>
              <a:t>this.deviceService.getDevices</a:t>
            </a:r>
            <a:r>
              <a:rPr lang="en-US" dirty="0"/>
              <a:t>().subscribe(data =&gt; </a:t>
            </a:r>
            <a:r>
              <a:rPr lang="en-US" dirty="0" err="1"/>
              <a:t>this.devices</a:t>
            </a:r>
            <a:r>
              <a:rPr lang="en-US" dirty="0"/>
              <a:t> = data);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12454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it in a component:</a:t>
            </a:r>
          </a:p>
        </p:txBody>
      </p:sp>
      <p:sp>
        <p:nvSpPr>
          <p:cNvPr id="4" name="Rectangle 3"/>
          <p:cNvSpPr/>
          <p:nvPr/>
        </p:nvSpPr>
        <p:spPr>
          <a:xfrm>
            <a:off x="7886700" y="6172885"/>
            <a:ext cx="40957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Make sure to import </a:t>
            </a:r>
            <a:r>
              <a:rPr lang="en-US" dirty="0" err="1">
                <a:solidFill>
                  <a:srgbClr val="FF0000"/>
                </a:solidFill>
              </a:rPr>
              <a:t>HttpClientModule</a:t>
            </a:r>
            <a:r>
              <a:rPr lang="en-US" dirty="0">
                <a:solidFill>
                  <a:srgbClr val="FF0000"/>
                </a:solidFill>
              </a:rPr>
              <a:t> in </a:t>
            </a:r>
            <a:r>
              <a:rPr lang="en-US" dirty="0" err="1">
                <a:solidFill>
                  <a:srgbClr val="FF0000"/>
                </a:solidFill>
              </a:rPr>
              <a:t>app.module.ts</a:t>
            </a:r>
            <a:r>
              <a:rPr lang="en-US" dirty="0">
                <a:solidFill>
                  <a:srgbClr val="FF0000"/>
                </a:solidFill>
              </a:rPr>
              <a:t> and run Angular dev server.</a:t>
            </a:r>
          </a:p>
        </p:txBody>
      </p:sp>
    </p:spTree>
    <p:extLst>
      <p:ext uri="{BB962C8B-B14F-4D97-AF65-F5344CB8AC3E}">
        <p14:creationId xmlns:p14="http://schemas.microsoft.com/office/powerpoint/2010/main" val="244947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rmAutofit fontScale="90000"/>
          </a:bodyPr>
          <a:lstStyle/>
          <a:p>
            <a:r>
              <a:rPr lang="fr-FR" dirty="0"/>
              <a:t>3. </a:t>
            </a:r>
            <a:r>
              <a:rPr lang="fr-FR" b="1" dirty="0"/>
              <a:t>Android MQTT Client </a:t>
            </a:r>
            <a:r>
              <a:rPr lang="fr-FR" b="1" dirty="0" err="1"/>
              <a:t>Example</a:t>
            </a:r>
            <a:r>
              <a:rPr lang="fr-FR" b="1" dirty="0"/>
              <a:t> (</a:t>
            </a:r>
            <a:r>
              <a:rPr lang="fr-FR" b="1" dirty="0" err="1"/>
              <a:t>Kotlin</a:t>
            </a:r>
            <a:r>
              <a:rPr lang="fr-FR" b="1" dirty="0"/>
              <a:t>)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76250" y="1742121"/>
            <a:ext cx="1150620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Gradle</a:t>
            </a:r>
            <a:r>
              <a:rPr lang="en-US" dirty="0" smtClean="0"/>
              <a:t>					</a:t>
            </a:r>
            <a:r>
              <a:rPr lang="en-US" dirty="0"/>
              <a:t>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/>
              <a:t>implementation 'org.eclipse.paho:org.eclipse.paho.client.mqttv3:1.2.5'</a:t>
            </a:r>
          </a:p>
          <a:p>
            <a:r>
              <a:rPr lang="en-US" dirty="0"/>
              <a:t>implementation 'org.eclipse.paho:org.eclipse.paho.android.service:1.1.1'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12454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Add dependencies in build.gradle: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76250" y="3346605"/>
            <a:ext cx="11506200" cy="59093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kotlin</a:t>
            </a:r>
            <a:r>
              <a:rPr lang="en-US" dirty="0" smtClean="0"/>
              <a:t>					</a:t>
            </a:r>
            <a:r>
              <a:rPr lang="en-US" dirty="0"/>
              <a:t>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 err="1"/>
              <a:t>mqttClient</a:t>
            </a:r>
            <a:r>
              <a:rPr lang="en-US" dirty="0"/>
              <a:t> = </a:t>
            </a:r>
            <a:r>
              <a:rPr lang="en-US" dirty="0" err="1"/>
              <a:t>MqttAndroidClient</a:t>
            </a:r>
            <a:r>
              <a:rPr lang="en-US" dirty="0"/>
              <a:t>(context, "</a:t>
            </a:r>
            <a:r>
              <a:rPr lang="en-US" dirty="0" err="1"/>
              <a:t>tcp</a:t>
            </a:r>
            <a:r>
              <a:rPr lang="en-US" dirty="0"/>
              <a:t>://localhost:1883", </a:t>
            </a:r>
            <a:r>
              <a:rPr lang="en-US" dirty="0" err="1"/>
              <a:t>MqttClient.generateClientId</a:t>
            </a:r>
            <a:r>
              <a:rPr lang="en-US" dirty="0"/>
              <a:t>())</a:t>
            </a:r>
          </a:p>
          <a:p>
            <a:endParaRPr lang="en-US" dirty="0"/>
          </a:p>
          <a:p>
            <a:r>
              <a:rPr lang="en-US" dirty="0" err="1"/>
              <a:t>val</a:t>
            </a:r>
            <a:r>
              <a:rPr lang="en-US" dirty="0"/>
              <a:t> options = </a:t>
            </a:r>
            <a:r>
              <a:rPr lang="en-US" dirty="0" err="1"/>
              <a:t>MqttConnectOptions</a:t>
            </a:r>
            <a:r>
              <a:rPr lang="en-US" dirty="0"/>
              <a:t>()</a:t>
            </a:r>
          </a:p>
          <a:p>
            <a:r>
              <a:rPr lang="en-US" dirty="0" err="1"/>
              <a:t>mqttClient.connect</a:t>
            </a:r>
            <a:r>
              <a:rPr lang="en-US" dirty="0"/>
              <a:t>(options, null, object : </a:t>
            </a:r>
            <a:r>
              <a:rPr lang="en-US" dirty="0" err="1"/>
              <a:t>IMqttActionListener</a:t>
            </a:r>
            <a:r>
              <a:rPr lang="en-US" dirty="0"/>
              <a:t> {</a:t>
            </a:r>
          </a:p>
          <a:p>
            <a:r>
              <a:rPr lang="en-US" dirty="0"/>
              <a:t>    override fun </a:t>
            </a:r>
            <a:r>
              <a:rPr lang="en-US" dirty="0" err="1"/>
              <a:t>onSuccess</a:t>
            </a:r>
            <a:r>
              <a:rPr lang="en-US" dirty="0"/>
              <a:t>(</a:t>
            </a:r>
            <a:r>
              <a:rPr lang="en-US" dirty="0" err="1"/>
              <a:t>asyncActionToken</a:t>
            </a:r>
            <a:r>
              <a:rPr lang="en-US" dirty="0"/>
              <a:t>: </a:t>
            </a:r>
            <a:r>
              <a:rPr lang="en-US" dirty="0" err="1"/>
              <a:t>IMqttToken</a:t>
            </a:r>
            <a:r>
              <a:rPr lang="en-US" dirty="0"/>
              <a:t>?) {</a:t>
            </a:r>
          </a:p>
          <a:p>
            <a:r>
              <a:rPr lang="en-US" dirty="0"/>
              <a:t>        </a:t>
            </a:r>
            <a:r>
              <a:rPr lang="en-US" dirty="0" err="1"/>
              <a:t>mqttClient.subscribe</a:t>
            </a:r>
            <a:r>
              <a:rPr lang="en-US" dirty="0"/>
              <a:t>("devices/your-device-id/data", 0)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override fun </a:t>
            </a:r>
            <a:r>
              <a:rPr lang="en-US" dirty="0" err="1"/>
              <a:t>onFailure</a:t>
            </a:r>
            <a:r>
              <a:rPr lang="en-US" dirty="0"/>
              <a:t>(</a:t>
            </a:r>
            <a:r>
              <a:rPr lang="en-US" dirty="0" err="1"/>
              <a:t>asyncActionToken</a:t>
            </a:r>
            <a:r>
              <a:rPr lang="en-US" dirty="0"/>
              <a:t>: </a:t>
            </a:r>
            <a:r>
              <a:rPr lang="en-US" dirty="0" err="1"/>
              <a:t>IMqttToken</a:t>
            </a:r>
            <a:r>
              <a:rPr lang="en-US" dirty="0"/>
              <a:t>?, exception: </a:t>
            </a:r>
            <a:r>
              <a:rPr lang="en-US" dirty="0" err="1"/>
              <a:t>Throwable</a:t>
            </a:r>
            <a:r>
              <a:rPr lang="en-US" dirty="0"/>
              <a:t>?) {</a:t>
            </a:r>
          </a:p>
          <a:p>
            <a:r>
              <a:rPr lang="en-US" dirty="0"/>
              <a:t>        // handle failure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})</a:t>
            </a:r>
          </a:p>
          <a:p>
            <a:endParaRPr lang="en-US" dirty="0"/>
          </a:p>
          <a:p>
            <a:r>
              <a:rPr lang="en-US" dirty="0" err="1"/>
              <a:t>mqttClient.setCallback</a:t>
            </a:r>
            <a:r>
              <a:rPr lang="en-US" dirty="0"/>
              <a:t>(object : </a:t>
            </a:r>
            <a:r>
              <a:rPr lang="en-US" dirty="0" err="1"/>
              <a:t>MqttCallback</a:t>
            </a:r>
            <a:r>
              <a:rPr lang="en-US" dirty="0"/>
              <a:t> {</a:t>
            </a:r>
          </a:p>
          <a:p>
            <a:r>
              <a:rPr lang="en-US" dirty="0"/>
              <a:t>    override fun </a:t>
            </a:r>
            <a:r>
              <a:rPr lang="en-US" dirty="0" err="1"/>
              <a:t>messageArrived</a:t>
            </a:r>
            <a:r>
              <a:rPr lang="en-US" dirty="0"/>
              <a:t>(topic: String?, message: </a:t>
            </a:r>
            <a:r>
              <a:rPr lang="en-US" dirty="0" err="1"/>
              <a:t>MqttMessage</a:t>
            </a:r>
            <a:r>
              <a:rPr lang="en-US" dirty="0"/>
              <a:t>?) {</a:t>
            </a:r>
          </a:p>
          <a:p>
            <a:r>
              <a:rPr lang="en-US" dirty="0"/>
              <a:t>        </a:t>
            </a:r>
            <a:r>
              <a:rPr lang="en-US" dirty="0" err="1"/>
              <a:t>val</a:t>
            </a:r>
            <a:r>
              <a:rPr lang="en-US" dirty="0"/>
              <a:t> payload = message?.</a:t>
            </a:r>
            <a:r>
              <a:rPr lang="en-US" dirty="0" err="1"/>
              <a:t>toString</a:t>
            </a:r>
            <a:r>
              <a:rPr lang="en-US" dirty="0"/>
              <a:t>() ?: ""</a:t>
            </a:r>
          </a:p>
          <a:p>
            <a:r>
              <a:rPr lang="en-US" dirty="0"/>
              <a:t>        // Process incoming MQTT messages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override fun </a:t>
            </a:r>
            <a:r>
              <a:rPr lang="en-US" dirty="0" err="1"/>
              <a:t>connectionLost</a:t>
            </a:r>
            <a:r>
              <a:rPr lang="en-US" dirty="0"/>
              <a:t>(cause: </a:t>
            </a:r>
            <a:r>
              <a:rPr lang="en-US" dirty="0" err="1"/>
              <a:t>Throwable</a:t>
            </a:r>
            <a:r>
              <a:rPr lang="en-US" dirty="0"/>
              <a:t>?) {}</a:t>
            </a:r>
          </a:p>
          <a:p>
            <a:r>
              <a:rPr lang="en-US" dirty="0"/>
              <a:t>    override fun </a:t>
            </a:r>
            <a:r>
              <a:rPr lang="en-US" dirty="0" err="1"/>
              <a:t>deliveryComplete</a:t>
            </a:r>
            <a:r>
              <a:rPr lang="en-US" dirty="0"/>
              <a:t>(token: </a:t>
            </a:r>
            <a:r>
              <a:rPr lang="en-US" dirty="0" err="1"/>
              <a:t>IMqttDeliveryToken</a:t>
            </a:r>
            <a:r>
              <a:rPr lang="en-US" dirty="0"/>
              <a:t>?) {}</a:t>
            </a:r>
          </a:p>
          <a:p>
            <a:r>
              <a:rPr lang="en-US" dirty="0"/>
              <a:t>})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272902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Basic MQTT connection example: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0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b="1" dirty="0"/>
              <a:t>Testing MQTT with </a:t>
            </a:r>
            <a:r>
              <a:rPr lang="en-US" sz="3600" b="1" dirty="0" err="1"/>
              <a:t>Mosquitto</a:t>
            </a:r>
            <a:r>
              <a:rPr lang="en-US" sz="3600" b="1" dirty="0"/>
              <a:t> Client</a:t>
            </a:r>
            <a:endParaRPr lang="en-US" sz="3600" dirty="0"/>
          </a:p>
        </p:txBody>
      </p:sp>
      <p:sp>
        <p:nvSpPr>
          <p:cNvPr id="12" name="Rectangle 11"/>
          <p:cNvSpPr/>
          <p:nvPr/>
        </p:nvSpPr>
        <p:spPr>
          <a:xfrm>
            <a:off x="476250" y="1742121"/>
            <a:ext cx="82677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			</a:t>
            </a:r>
            <a:r>
              <a:rPr lang="en-US" dirty="0"/>
              <a:t>	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pt-BR" dirty="0"/>
              <a:t>mosquitto_pub -h localhost -t "devices/device1/data" -m "Temperature=27"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12454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terminal, publish a test </a:t>
            </a:r>
            <a:r>
              <a:rPr lang="en-US" dirty="0" smtClean="0"/>
              <a:t>message: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17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IoT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arsitektur</a:t>
            </a:r>
            <a:r>
              <a:rPr lang="en-US" dirty="0"/>
              <a:t>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4400550" cy="152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MQTT Broker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Mosquitto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API (ASP.NET Core)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Angular Web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 MQTT Client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contoh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singkat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377103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Step 0: </a:t>
            </a:r>
            <a:r>
              <a:rPr lang="en-US" b="1" dirty="0" err="1"/>
              <a:t>Prasyarat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Docker &amp; Docker Compose </a:t>
            </a:r>
            <a:r>
              <a:rPr lang="en-US" dirty="0" err="1"/>
              <a:t>terinstall</a:t>
            </a:r>
            <a:r>
              <a:rPr lang="en-US" dirty="0"/>
              <a:t> (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setup MongoDB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Mosquitto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.NET 6+ SDK </a:t>
            </a:r>
            <a:r>
              <a:rPr lang="en-US" dirty="0" err="1"/>
              <a:t>terinstall</a:t>
            </a:r>
            <a:r>
              <a:rPr lang="en-US" dirty="0"/>
              <a:t> (</a:t>
            </a:r>
            <a:r>
              <a:rPr lang="en-US" dirty="0" err="1"/>
              <a:t>untuk</a:t>
            </a:r>
            <a:r>
              <a:rPr lang="en-US" dirty="0"/>
              <a:t> backend)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Node.js &amp; Angular CLI </a:t>
            </a:r>
            <a:r>
              <a:rPr lang="en-US" dirty="0" err="1"/>
              <a:t>terinstall</a:t>
            </a:r>
            <a:r>
              <a:rPr lang="en-US" dirty="0"/>
              <a:t> (</a:t>
            </a:r>
            <a:r>
              <a:rPr lang="en-US" dirty="0" err="1"/>
              <a:t>untuk</a:t>
            </a:r>
            <a:r>
              <a:rPr lang="en-US" dirty="0"/>
              <a:t> frontend)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Android Studio (</a:t>
            </a:r>
            <a:r>
              <a:rPr lang="en-US" dirty="0" err="1"/>
              <a:t>untuk</a:t>
            </a:r>
            <a:r>
              <a:rPr lang="en-US" dirty="0"/>
              <a:t> testing Android MQTT app)</a:t>
            </a:r>
          </a:p>
        </p:txBody>
      </p:sp>
    </p:spTree>
    <p:extLst>
      <p:ext uri="{BB962C8B-B14F-4D97-AF65-F5344CB8AC3E}">
        <p14:creationId xmlns:p14="http://schemas.microsoft.com/office/powerpoint/2010/main" val="284195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75" y="542448"/>
            <a:ext cx="5742679" cy="511175"/>
          </a:xfrm>
        </p:spPr>
        <p:txBody>
          <a:bodyPr>
            <a:noAutofit/>
          </a:bodyPr>
          <a:lstStyle/>
          <a:p>
            <a:r>
              <a:rPr lang="en-US" sz="2400" dirty="0"/>
              <a:t>Step 1: Setup MQTT Broker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Mosquitto</a:t>
            </a:r>
            <a:r>
              <a:rPr lang="en-US" sz="2400" dirty="0"/>
              <a:t> (Docker</a:t>
            </a:r>
            <a:r>
              <a:rPr lang="en-US" sz="2400" dirty="0" smtClean="0"/>
              <a:t>)</a:t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609600" y="1598175"/>
            <a:ext cx="430530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conf</a:t>
            </a:r>
            <a:r>
              <a:rPr lang="en-US" dirty="0" smtClean="0"/>
              <a:t>		</a:t>
            </a:r>
            <a:r>
              <a:rPr lang="en-US" dirty="0"/>
              <a:t>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/>
              <a:t>listener 1883</a:t>
            </a:r>
          </a:p>
          <a:p>
            <a:r>
              <a:rPr lang="en-US" dirty="0" err="1"/>
              <a:t>allow_anonymous</a:t>
            </a:r>
            <a:r>
              <a:rPr lang="en-US" dirty="0"/>
              <a:t> true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12454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Buat</a:t>
            </a:r>
            <a:r>
              <a:rPr lang="en-US" dirty="0" smtClean="0"/>
              <a:t> </a:t>
            </a:r>
            <a:r>
              <a:rPr lang="en-US" dirty="0"/>
              <a:t>file </a:t>
            </a:r>
            <a:r>
              <a:rPr lang="en-US" dirty="0" err="1"/>
              <a:t>mosquitto.conf</a:t>
            </a:r>
            <a:r>
              <a:rPr lang="en-US" dirty="0"/>
              <a:t> (</a:t>
            </a:r>
            <a:r>
              <a:rPr lang="en-US" dirty="0" err="1"/>
              <a:t>opsional</a:t>
            </a:r>
            <a:r>
              <a:rPr lang="en-US" dirty="0"/>
              <a:t>,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konfigurasi</a:t>
            </a:r>
            <a:r>
              <a:rPr lang="en-US" dirty="0"/>
              <a:t>):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775" y="2847975"/>
            <a:ext cx="30852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Jalankan</a:t>
            </a:r>
            <a:r>
              <a:rPr lang="en-US" dirty="0"/>
              <a:t> </a:t>
            </a:r>
            <a:r>
              <a:rPr lang="en-US" dirty="0" err="1"/>
              <a:t>Mosquitto</a:t>
            </a:r>
            <a:r>
              <a:rPr lang="en-US" dirty="0"/>
              <a:t> via </a:t>
            </a:r>
            <a:r>
              <a:rPr lang="en-US" dirty="0" err="1"/>
              <a:t>docker</a:t>
            </a:r>
            <a:r>
              <a:rPr lang="en-US" dirty="0"/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488558"/>
            <a:ext cx="1896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Test broker MQTT: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700" y="3288229"/>
            <a:ext cx="531495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</a:t>
            </a:r>
            <a:r>
              <a:rPr lang="en-US" dirty="0"/>
              <a:t>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docker</a:t>
            </a:r>
            <a:r>
              <a:rPr lang="en-US" dirty="0"/>
              <a:t> run -d --name </a:t>
            </a:r>
            <a:r>
              <a:rPr lang="en-US" dirty="0" err="1"/>
              <a:t>mosquitto</a:t>
            </a:r>
            <a:r>
              <a:rPr lang="en-US" dirty="0"/>
              <a:t> -p 1883:1883 -v $(</a:t>
            </a:r>
            <a:r>
              <a:rPr lang="en-US" dirty="0" err="1"/>
              <a:t>pwd</a:t>
            </a:r>
            <a:r>
              <a:rPr lang="en-US" dirty="0"/>
              <a:t>)/</a:t>
            </a:r>
            <a:r>
              <a:rPr lang="en-US" dirty="0" err="1"/>
              <a:t>mosquitto.conf</a:t>
            </a:r>
            <a:r>
              <a:rPr lang="en-US" dirty="0"/>
              <a:t>:/</a:t>
            </a:r>
            <a:r>
              <a:rPr lang="en-US" dirty="0" err="1"/>
              <a:t>mosquitto</a:t>
            </a:r>
            <a:r>
              <a:rPr lang="en-US" dirty="0"/>
              <a:t>/</a:t>
            </a:r>
            <a:r>
              <a:rPr lang="en-US" dirty="0" err="1"/>
              <a:t>config</a:t>
            </a:r>
            <a:r>
              <a:rPr lang="en-US" dirty="0"/>
              <a:t>/</a:t>
            </a:r>
            <a:r>
              <a:rPr lang="en-US" dirty="0" err="1"/>
              <a:t>mosquitto.conf</a:t>
            </a:r>
            <a:r>
              <a:rPr lang="en-US" dirty="0"/>
              <a:t> eclipse-</a:t>
            </a:r>
            <a:r>
              <a:rPr lang="en-US" dirty="0" err="1"/>
              <a:t>mosquitto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2504" y="4888748"/>
            <a:ext cx="531495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</a:t>
            </a:r>
            <a:r>
              <a:rPr lang="en-US" dirty="0"/>
              <a:t>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mosquitto_pub</a:t>
            </a:r>
            <a:r>
              <a:rPr lang="en-US" dirty="0"/>
              <a:t> -h localhost -t test/topic -m "hello"</a:t>
            </a:r>
          </a:p>
          <a:p>
            <a:r>
              <a:rPr lang="en-US" dirty="0" err="1"/>
              <a:t>mosquitto_sub</a:t>
            </a:r>
            <a:r>
              <a:rPr lang="en-US" dirty="0"/>
              <a:t> -h localhost -t test/topic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501472" y="357782"/>
            <a:ext cx="50863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Step 2: Setup MongoDB </a:t>
            </a:r>
            <a:r>
              <a:rPr lang="en-US" sz="2400" dirty="0" err="1"/>
              <a:t>dengan</a:t>
            </a:r>
            <a:r>
              <a:rPr lang="en-US" sz="2400" dirty="0"/>
              <a:t> Docker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2144" y="891519"/>
            <a:ext cx="531495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</a:t>
            </a:r>
            <a:r>
              <a:rPr lang="en-US" dirty="0"/>
              <a:t>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docker</a:t>
            </a:r>
            <a:r>
              <a:rPr lang="en-US" dirty="0"/>
              <a:t> run -d --name </a:t>
            </a:r>
            <a:r>
              <a:rPr lang="en-US" dirty="0" err="1"/>
              <a:t>mongodb</a:t>
            </a:r>
            <a:r>
              <a:rPr lang="en-US" dirty="0"/>
              <a:t> -p 27017:27017 mongo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01472" y="1598175"/>
            <a:ext cx="43856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Step 3: Backend API ASP.NET 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0416" y="2045681"/>
            <a:ext cx="1884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Buat</a:t>
            </a:r>
            <a:r>
              <a:rPr lang="en-US" dirty="0"/>
              <a:t> project </a:t>
            </a:r>
            <a:r>
              <a:rPr lang="en-US" dirty="0" err="1"/>
              <a:t>baru</a:t>
            </a:r>
            <a:r>
              <a:rPr lang="en-US" dirty="0"/>
              <a:t>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02144" y="2400854"/>
            <a:ext cx="531495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</a:t>
            </a:r>
            <a:r>
              <a:rPr lang="en-US" dirty="0"/>
              <a:t>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dotnet</a:t>
            </a:r>
            <a:r>
              <a:rPr lang="en-US" dirty="0"/>
              <a:t> new web -o </a:t>
            </a:r>
            <a:r>
              <a:rPr lang="en-US" dirty="0" err="1"/>
              <a:t>BackendAPI</a:t>
            </a:r>
            <a:endParaRPr lang="en-US" dirty="0"/>
          </a:p>
          <a:p>
            <a:r>
              <a:rPr lang="en-US" dirty="0"/>
              <a:t>cd </a:t>
            </a:r>
            <a:r>
              <a:rPr lang="en-US" dirty="0" err="1"/>
              <a:t>BackendAPI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550416" y="3318310"/>
            <a:ext cx="4266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Tambahkan</a:t>
            </a:r>
            <a:r>
              <a:rPr lang="en-US" dirty="0"/>
              <a:t> package MongoDB &amp; </a:t>
            </a:r>
            <a:r>
              <a:rPr lang="en-US" dirty="0" err="1"/>
              <a:t>MQTTnet</a:t>
            </a:r>
            <a:r>
              <a:rPr lang="en-US" dirty="0"/>
              <a:t>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2144" y="3749894"/>
            <a:ext cx="531495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</a:t>
            </a:r>
            <a:r>
              <a:rPr lang="en-US" dirty="0"/>
              <a:t>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dotnet</a:t>
            </a:r>
            <a:r>
              <a:rPr lang="en-US" dirty="0"/>
              <a:t> add package </a:t>
            </a:r>
            <a:r>
              <a:rPr lang="en-US" dirty="0" err="1"/>
              <a:t>MongoDB.Driver</a:t>
            </a:r>
            <a:endParaRPr lang="en-US" dirty="0"/>
          </a:p>
          <a:p>
            <a:r>
              <a:rPr lang="en-US" dirty="0" err="1"/>
              <a:t>dotnet</a:t>
            </a:r>
            <a:r>
              <a:rPr lang="en-US" dirty="0"/>
              <a:t> add package </a:t>
            </a:r>
            <a:r>
              <a:rPr lang="en-US" dirty="0" err="1"/>
              <a:t>MQTTnet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501472" y="473547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/>
              <a:t>Ganti isi Program.cs dengan kode minimal backend seperti contoh sebelumnya (atau minta aku kirim ulang jika perlu).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550416" y="5321481"/>
            <a:ext cx="531495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</a:t>
            </a:r>
            <a:r>
              <a:rPr lang="en-US" dirty="0"/>
              <a:t>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err="1"/>
              <a:t>dotnet</a:t>
            </a:r>
            <a:r>
              <a:rPr lang="en-US" dirty="0"/>
              <a:t> run</a:t>
            </a: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Cek endpoint 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http://localhost:5000/devices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harus bisa mengakses data JSON dari MongoDB (walau kosong di awal).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501472" y="613879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/>
              <a:t>Cek endpoint http://localhost:5000/devices harus bisa mengakses data JSON dari MongoDB (walau kosong di awal).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75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504" y="333026"/>
            <a:ext cx="5742679" cy="511175"/>
          </a:xfrm>
        </p:spPr>
        <p:txBody>
          <a:bodyPr>
            <a:noAutofit/>
          </a:bodyPr>
          <a:lstStyle/>
          <a:p>
            <a:r>
              <a:rPr lang="en-US" sz="2400" dirty="0"/>
              <a:t>Step 4: Angular 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850" y="1176361"/>
            <a:ext cx="430530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</a:t>
            </a:r>
            <a:r>
              <a:rPr lang="en-US" dirty="0"/>
              <a:t>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/>
              <a:t>ng new frontend</a:t>
            </a:r>
          </a:p>
          <a:p>
            <a:r>
              <a:rPr lang="en-US" dirty="0"/>
              <a:t>cd frontend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504" y="81944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Buat</a:t>
            </a:r>
            <a:r>
              <a:rPr lang="en-US" dirty="0"/>
              <a:t> project </a:t>
            </a:r>
            <a:r>
              <a:rPr lang="en-US" dirty="0" err="1"/>
              <a:t>baru</a:t>
            </a:r>
            <a:r>
              <a:rPr lang="en-US" dirty="0"/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504" y="3537168"/>
            <a:ext cx="5314950" cy="2585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typescript		</a:t>
            </a:r>
            <a:r>
              <a:rPr lang="en-US" dirty="0"/>
              <a:t>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/>
              <a:t>import { </a:t>
            </a:r>
            <a:r>
              <a:rPr lang="en-US" dirty="0" err="1"/>
              <a:t>HttpClientModule</a:t>
            </a:r>
            <a:r>
              <a:rPr lang="en-US" dirty="0"/>
              <a:t> } from '@angular/common/http';</a:t>
            </a:r>
          </a:p>
          <a:p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NgModule</a:t>
            </a:r>
            <a:r>
              <a:rPr lang="en-US" dirty="0"/>
              <a:t>({</a:t>
            </a:r>
          </a:p>
          <a:p>
            <a:r>
              <a:rPr lang="en-US" dirty="0"/>
              <a:t>  imports: [</a:t>
            </a:r>
            <a:r>
              <a:rPr lang="en-US" dirty="0" err="1"/>
              <a:t>HttpClientModule</a:t>
            </a:r>
            <a:r>
              <a:rPr lang="en-US" dirty="0"/>
              <a:t>, /* ... */],</a:t>
            </a:r>
          </a:p>
          <a:p>
            <a:r>
              <a:rPr lang="en-US" dirty="0"/>
              <a:t>  // ...</a:t>
            </a:r>
          </a:p>
          <a:p>
            <a:r>
              <a:rPr lang="en-US" dirty="0"/>
              <a:t>})</a:t>
            </a:r>
          </a:p>
          <a:p>
            <a:r>
              <a:rPr lang="en-US" dirty="0"/>
              <a:t>export class </a:t>
            </a:r>
            <a:r>
              <a:rPr lang="en-US" dirty="0" err="1"/>
              <a:t>AppModule</a:t>
            </a:r>
            <a:r>
              <a:rPr lang="en-US" dirty="0"/>
              <a:t> { }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8504" y="204026"/>
            <a:ext cx="43157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Edit </a:t>
            </a:r>
            <a:r>
              <a:rPr lang="en-US" sz="1600" dirty="0" err="1"/>
              <a:t>app.component.ts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app.component.html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contoh</a:t>
            </a:r>
            <a:r>
              <a:rPr lang="en-US" sz="1600" dirty="0" smtClean="0"/>
              <a:t>.</a:t>
            </a:r>
          </a:p>
          <a:p>
            <a:r>
              <a:rPr lang="en-US" sz="1600" dirty="0" err="1" smtClean="0"/>
              <a:t>Jalankan</a:t>
            </a:r>
            <a:r>
              <a:rPr lang="en-US" sz="1600" dirty="0" smtClean="0"/>
              <a:t> </a:t>
            </a:r>
            <a:r>
              <a:rPr lang="en-US" sz="1600" dirty="0"/>
              <a:t>frontend: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00850" y="1063049"/>
            <a:ext cx="531495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</a:t>
            </a:r>
            <a:r>
              <a:rPr lang="en-US" dirty="0"/>
              <a:t>	</a:t>
            </a:r>
            <a:r>
              <a:rPr lang="en-US" dirty="0" err="1"/>
              <a:t>salin</a:t>
            </a:r>
            <a:r>
              <a:rPr lang="en-US" dirty="0"/>
              <a:t>   </a:t>
            </a:r>
            <a:r>
              <a:rPr lang="en-US" dirty="0" smtClean="0"/>
              <a:t>edit</a:t>
            </a:r>
          </a:p>
          <a:p>
            <a:r>
              <a:rPr lang="en-US" dirty="0" smtClean="0"/>
              <a:t>ng </a:t>
            </a:r>
            <a:r>
              <a:rPr lang="en-US" dirty="0"/>
              <a:t>serve --open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8504" y="1638026"/>
            <a:ext cx="3740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Step 5: Android MQTT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50416" y="3814167"/>
            <a:ext cx="23609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Step 6: Test End-to-End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8504" y="427264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Dari Android MQTT client, publish data ke topic: </a:t>
            </a:r>
            <a:r>
              <a:rPr lang="sv-SE" dirty="0" smtClean="0"/>
              <a:t>devices/device1/data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smtClean="0"/>
              <a:t>Backend </a:t>
            </a:r>
            <a:r>
              <a:rPr lang="sv-SE" dirty="0"/>
              <a:t>akan subscribe topic tersebut dan simpan ke </a:t>
            </a:r>
            <a:r>
              <a:rPr lang="sv-SE" dirty="0" smtClean="0"/>
              <a:t>MongoDB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smtClean="0"/>
              <a:t>Angular </a:t>
            </a:r>
            <a:r>
              <a:rPr lang="sv-SE" dirty="0"/>
              <a:t>frontend akan fetch data dari backend API dan tampilkan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532504" y="213054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 dependencies (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HttpClientModule</a:t>
            </a:r>
            <a:r>
              <a:rPr lang="en-US" dirty="0" smtClean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Buat</a:t>
            </a:r>
            <a:r>
              <a:rPr lang="en-US" dirty="0" smtClean="0"/>
              <a:t> </a:t>
            </a:r>
            <a:r>
              <a:rPr lang="en-US" dirty="0"/>
              <a:t>service </a:t>
            </a:r>
            <a:r>
              <a:rPr lang="en-US" dirty="0" err="1"/>
              <a:t>device.service.ts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Edit </a:t>
            </a:r>
            <a:r>
              <a:rPr lang="en-US" dirty="0" err="1"/>
              <a:t>app.module.ts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import </a:t>
            </a:r>
            <a:r>
              <a:rPr lang="en-US" dirty="0" err="1"/>
              <a:t>HttpClientModule</a:t>
            </a:r>
            <a:r>
              <a:rPr lang="en-US" dirty="0"/>
              <a:t>:</a:t>
            </a: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6628504" y="1967588"/>
            <a:ext cx="5288590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 Android Studio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buat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Tambahkan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dependency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Paho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MQTT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build.gradle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Implementasi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MQTT client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seperti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contoh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atas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Jalankan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device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bisa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broker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Mosquitto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tcp://[IP_HOST]:1883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47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11175"/>
          </a:xfrm>
        </p:spPr>
        <p:txBody>
          <a:bodyPr>
            <a:noAutofit/>
          </a:bodyPr>
          <a:lstStyle/>
          <a:p>
            <a:r>
              <a:rPr lang="en-US" sz="3600" b="1" dirty="0" err="1"/>
              <a:t>docker-compose.yml</a:t>
            </a:r>
            <a:r>
              <a:rPr lang="en-US" sz="3600" dirty="0"/>
              <a:t> yang </a:t>
            </a:r>
            <a:r>
              <a:rPr lang="en-US" sz="3600" dirty="0" err="1"/>
              <a:t>menggabungkan</a:t>
            </a:r>
            <a:r>
              <a:rPr lang="en-US" sz="3600" dirty="0"/>
              <a:t> MongoDB </a:t>
            </a:r>
            <a:r>
              <a:rPr lang="en-US" sz="3600" dirty="0" err="1"/>
              <a:t>dan</a:t>
            </a:r>
            <a:r>
              <a:rPr lang="en-US" sz="3600" dirty="0"/>
              <a:t> </a:t>
            </a:r>
            <a:r>
              <a:rPr lang="en-US" sz="3600" dirty="0" err="1"/>
              <a:t>Mosquitto</a:t>
            </a:r>
            <a:r>
              <a:rPr lang="en-US" sz="3600" dirty="0"/>
              <a:t> MQTT Broker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1742121"/>
            <a:ext cx="5848350" cy="61863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yaml</a:t>
            </a:r>
            <a:r>
              <a:rPr lang="en-US" dirty="0" smtClean="0"/>
              <a:t>	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/>
              <a:t>version: "3.8"</a:t>
            </a:r>
          </a:p>
          <a:p>
            <a:r>
              <a:rPr lang="en-US" dirty="0"/>
              <a:t>services:</a:t>
            </a:r>
          </a:p>
          <a:p>
            <a:r>
              <a:rPr lang="en-US" dirty="0"/>
              <a:t>  </a:t>
            </a:r>
            <a:r>
              <a:rPr lang="en-US" dirty="0" err="1"/>
              <a:t>mongodb</a:t>
            </a:r>
            <a:r>
              <a:rPr lang="en-US" dirty="0"/>
              <a:t>:</a:t>
            </a:r>
          </a:p>
          <a:p>
            <a:r>
              <a:rPr lang="en-US" dirty="0"/>
              <a:t>    image: </a:t>
            </a:r>
            <a:r>
              <a:rPr lang="en-US" dirty="0" err="1"/>
              <a:t>mongo:latest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container_name</a:t>
            </a:r>
            <a:r>
              <a:rPr lang="en-US" dirty="0"/>
              <a:t>: </a:t>
            </a:r>
            <a:r>
              <a:rPr lang="en-US" dirty="0" err="1"/>
              <a:t>mongodb</a:t>
            </a:r>
            <a:endParaRPr lang="en-US" dirty="0"/>
          </a:p>
          <a:p>
            <a:r>
              <a:rPr lang="en-US" dirty="0"/>
              <a:t>    ports:</a:t>
            </a:r>
          </a:p>
          <a:p>
            <a:r>
              <a:rPr lang="en-US" dirty="0"/>
              <a:t>      - "27017:27017"</a:t>
            </a:r>
          </a:p>
          <a:p>
            <a:r>
              <a:rPr lang="en-US" dirty="0"/>
              <a:t>    volumes:</a:t>
            </a:r>
          </a:p>
          <a:p>
            <a:r>
              <a:rPr lang="en-US" dirty="0"/>
              <a:t>      - </a:t>
            </a:r>
            <a:r>
              <a:rPr lang="en-US" dirty="0" err="1"/>
              <a:t>mongodb_data</a:t>
            </a:r>
            <a:r>
              <a:rPr lang="en-US" dirty="0"/>
              <a:t>:/data/</a:t>
            </a:r>
            <a:r>
              <a:rPr lang="en-US" dirty="0" err="1"/>
              <a:t>db</a:t>
            </a:r>
            <a:endParaRPr lang="en-US" dirty="0"/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mosquitto</a:t>
            </a:r>
            <a:r>
              <a:rPr lang="en-US" dirty="0"/>
              <a:t>:</a:t>
            </a:r>
          </a:p>
          <a:p>
            <a:r>
              <a:rPr lang="en-US" dirty="0"/>
              <a:t>    image: </a:t>
            </a:r>
            <a:r>
              <a:rPr lang="en-US" dirty="0" err="1"/>
              <a:t>eclipse-mosquitto:latest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container_name</a:t>
            </a:r>
            <a:r>
              <a:rPr lang="en-US" dirty="0"/>
              <a:t>: </a:t>
            </a:r>
            <a:r>
              <a:rPr lang="en-US" dirty="0" err="1"/>
              <a:t>mosquitto</a:t>
            </a:r>
            <a:endParaRPr lang="en-US" dirty="0"/>
          </a:p>
          <a:p>
            <a:r>
              <a:rPr lang="en-US" dirty="0"/>
              <a:t>    ports:</a:t>
            </a:r>
          </a:p>
          <a:p>
            <a:r>
              <a:rPr lang="en-US" dirty="0"/>
              <a:t>      - "1883:1883"</a:t>
            </a:r>
          </a:p>
          <a:p>
            <a:r>
              <a:rPr lang="en-US" dirty="0"/>
              <a:t>      - "9001:9001"</a:t>
            </a:r>
          </a:p>
          <a:p>
            <a:r>
              <a:rPr lang="en-US" dirty="0"/>
              <a:t>    volumes:</a:t>
            </a:r>
          </a:p>
          <a:p>
            <a:r>
              <a:rPr lang="en-US" dirty="0"/>
              <a:t>      - ./</a:t>
            </a:r>
            <a:r>
              <a:rPr lang="en-US" dirty="0" err="1"/>
              <a:t>mosquitto.conf</a:t>
            </a:r>
            <a:r>
              <a:rPr lang="en-US" dirty="0"/>
              <a:t>:/</a:t>
            </a:r>
            <a:r>
              <a:rPr lang="en-US" dirty="0" err="1"/>
              <a:t>mosquitto</a:t>
            </a:r>
            <a:r>
              <a:rPr lang="en-US" dirty="0"/>
              <a:t>/</a:t>
            </a:r>
            <a:r>
              <a:rPr lang="en-US" dirty="0" err="1"/>
              <a:t>config</a:t>
            </a:r>
            <a:r>
              <a:rPr lang="en-US" dirty="0"/>
              <a:t>/</a:t>
            </a:r>
            <a:r>
              <a:rPr lang="en-US" dirty="0" err="1"/>
              <a:t>mosquitto.conf</a:t>
            </a:r>
            <a:endParaRPr lang="en-US" dirty="0"/>
          </a:p>
          <a:p>
            <a:endParaRPr lang="en-US" dirty="0"/>
          </a:p>
          <a:p>
            <a:r>
              <a:rPr lang="en-US" dirty="0"/>
              <a:t>volumes:</a:t>
            </a:r>
          </a:p>
          <a:p>
            <a:r>
              <a:rPr lang="en-US" dirty="0"/>
              <a:t>  </a:t>
            </a:r>
            <a:r>
              <a:rPr lang="en-US" dirty="0" err="1"/>
              <a:t>mongodb_data</a:t>
            </a:r>
            <a:r>
              <a:rPr lang="en-US" dirty="0"/>
              <a:t>: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12454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docker-compose.yml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527362" y="1124544"/>
            <a:ext cx="1902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mosquitto.conf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781800" y="1540548"/>
            <a:ext cx="489585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conf</a:t>
            </a:r>
            <a:r>
              <a:rPr lang="en-US" dirty="0" smtClean="0"/>
              <a:t>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/>
              <a:t>l</a:t>
            </a:r>
            <a:r>
              <a:rPr lang="en-US" dirty="0" smtClean="0"/>
              <a:t>istener </a:t>
            </a:r>
            <a:r>
              <a:rPr lang="en-US" dirty="0"/>
              <a:t>1883</a:t>
            </a:r>
          </a:p>
          <a:p>
            <a:r>
              <a:rPr lang="en-US" dirty="0" err="1"/>
              <a:t>allow_anonymous</a:t>
            </a:r>
            <a:r>
              <a:rPr lang="en-US" dirty="0"/>
              <a:t> </a:t>
            </a:r>
            <a:r>
              <a:rPr lang="en-US" dirty="0" smtClean="0"/>
              <a:t>true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781800" y="2804960"/>
            <a:ext cx="52387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Cara </a:t>
            </a:r>
            <a:r>
              <a:rPr lang="en-US" dirty="0" err="1"/>
              <a:t>pakai</a:t>
            </a:r>
            <a:r>
              <a:rPr lang="en-US" dirty="0" smtClean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Simpan</a:t>
            </a:r>
            <a:r>
              <a:rPr lang="en-US" dirty="0" smtClean="0"/>
              <a:t> </a:t>
            </a:r>
            <a:r>
              <a:rPr lang="en-US" dirty="0" err="1"/>
              <a:t>docker-compose.yml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mosquitto.conf</a:t>
            </a:r>
            <a:r>
              <a:rPr lang="en-US" dirty="0"/>
              <a:t> di folder yang </a:t>
            </a:r>
            <a:r>
              <a:rPr lang="en-US" dirty="0" err="1"/>
              <a:t>sama</a:t>
            </a:r>
            <a:r>
              <a:rPr lang="en-US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Jalankan</a:t>
            </a:r>
            <a:r>
              <a:rPr lang="en-US" dirty="0" smtClean="0"/>
              <a:t> </a:t>
            </a:r>
            <a:r>
              <a:rPr lang="en-US" dirty="0" err="1"/>
              <a:t>perintah</a:t>
            </a:r>
            <a:r>
              <a:rPr lang="en-US" dirty="0"/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4316247"/>
            <a:ext cx="489585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 err="1"/>
              <a:t>docker</a:t>
            </a:r>
            <a:r>
              <a:rPr lang="en-US" dirty="0"/>
              <a:t>-compose up -d</a:t>
            </a:r>
          </a:p>
        </p:txBody>
      </p:sp>
      <p:sp>
        <p:nvSpPr>
          <p:cNvPr id="7" name="Rectangle 6"/>
          <p:cNvSpPr/>
          <p:nvPr/>
        </p:nvSpPr>
        <p:spPr>
          <a:xfrm>
            <a:off x="6634584" y="5279368"/>
            <a:ext cx="52145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 smtClean="0"/>
              <a:t>3. Cek </a:t>
            </a:r>
            <a:r>
              <a:rPr lang="it-IT" dirty="0"/>
              <a:t>MongoDB di port 27017 dan Mosquitto di port 1883.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34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14350" y="138431"/>
            <a:ext cx="47815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buat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skeleton backend ASP.NET Core yang connect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MongoDB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subscribe MQTT.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Bisa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juga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buat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Angular frontend.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Atau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contoh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Android MQTT client.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50" y="2643485"/>
            <a:ext cx="47815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backend ASP.NET Core </a:t>
            </a:r>
            <a:r>
              <a:rPr lang="en-US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Connect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MongoDBSubscribe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MQTT Broker (</a:t>
            </a:r>
            <a:r>
              <a:rPr lang="en-US" dirty="0" err="1"/>
              <a:t>Mosquitto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Expose </a:t>
            </a:r>
            <a:r>
              <a:rPr lang="en-US" dirty="0"/>
              <a:t>API </a:t>
            </a:r>
            <a:r>
              <a:rPr lang="en-US" dirty="0" err="1"/>
              <a:t>untuk</a:t>
            </a:r>
            <a:r>
              <a:rPr lang="en-US" dirty="0"/>
              <a:t> frontend </a:t>
            </a:r>
            <a:r>
              <a:rPr lang="en-US" dirty="0" err="1"/>
              <a:t>dan</a:t>
            </a:r>
            <a:r>
              <a:rPr lang="en-US" dirty="0"/>
              <a:t> mobile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646" y="4006334"/>
            <a:ext cx="4652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Langkah</a:t>
            </a:r>
            <a:r>
              <a:rPr lang="en-US" dirty="0"/>
              <a:t> 1: Setup project ASP.NET Core Web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226646" y="4353520"/>
            <a:ext cx="2230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err="1"/>
              <a:t>Buat</a:t>
            </a:r>
            <a:r>
              <a:rPr lang="en-US" dirty="0"/>
              <a:t> project </a:t>
            </a:r>
            <a:r>
              <a:rPr lang="en-US" dirty="0" err="1"/>
              <a:t>baru</a:t>
            </a:r>
            <a:r>
              <a:rPr lang="en-US" dirty="0"/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33661"/>
            <a:ext cx="489585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 err="1"/>
              <a:t>dotnet</a:t>
            </a:r>
            <a:r>
              <a:rPr lang="en-US" dirty="0"/>
              <a:t> new </a:t>
            </a:r>
            <a:r>
              <a:rPr lang="en-US" dirty="0" err="1"/>
              <a:t>webapi</a:t>
            </a:r>
            <a:r>
              <a:rPr lang="en-US" dirty="0"/>
              <a:t> -n </a:t>
            </a:r>
            <a:r>
              <a:rPr lang="en-US" dirty="0" err="1"/>
              <a:t>IoTDeviceManager</a:t>
            </a:r>
            <a:endParaRPr lang="en-US" dirty="0"/>
          </a:p>
          <a:p>
            <a:r>
              <a:rPr lang="en-US" dirty="0"/>
              <a:t>cd </a:t>
            </a:r>
            <a:r>
              <a:rPr lang="en-US" dirty="0" err="1"/>
              <a:t>IoTDeviceManager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792562" y="138431"/>
            <a:ext cx="4377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2. </a:t>
            </a:r>
            <a:r>
              <a:rPr lang="en-US" dirty="0" err="1" smtClean="0"/>
              <a:t>Tambahkan</a:t>
            </a:r>
            <a:r>
              <a:rPr lang="en-US" dirty="0" smtClean="0"/>
              <a:t> </a:t>
            </a:r>
            <a:r>
              <a:rPr lang="en-US" dirty="0"/>
              <a:t>package MongoDB </a:t>
            </a:r>
            <a:r>
              <a:rPr lang="en-US" dirty="0" err="1"/>
              <a:t>dan</a:t>
            </a:r>
            <a:r>
              <a:rPr lang="en-US" dirty="0"/>
              <a:t> MQTT: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7900" y="521553"/>
            <a:ext cx="489585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 err="1"/>
              <a:t>dotnet</a:t>
            </a:r>
            <a:r>
              <a:rPr lang="en-US" dirty="0"/>
              <a:t> add package </a:t>
            </a:r>
            <a:r>
              <a:rPr lang="en-US" dirty="0" err="1"/>
              <a:t>MongoDB.Driver</a:t>
            </a:r>
            <a:endParaRPr lang="en-US" dirty="0"/>
          </a:p>
          <a:p>
            <a:r>
              <a:rPr lang="en-US" dirty="0" err="1"/>
              <a:t>dotnet</a:t>
            </a:r>
            <a:r>
              <a:rPr lang="en-US" dirty="0"/>
              <a:t> add package </a:t>
            </a:r>
            <a:r>
              <a:rPr lang="en-US" dirty="0" err="1"/>
              <a:t>MQTTnet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908224" y="1615759"/>
            <a:ext cx="60383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Langkah</a:t>
            </a:r>
            <a:r>
              <a:rPr lang="en-US" dirty="0"/>
              <a:t> 2: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MongoDB &amp; MQTT subscriber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74600" y="2155967"/>
            <a:ext cx="4195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dirty="0"/>
              <a:t>Di folder Services, buat file MqttService.cs: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057900" y="2596239"/>
            <a:ext cx="4895850" cy="211442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csharp</a:t>
            </a:r>
            <a:r>
              <a:rPr lang="en-US" dirty="0" smtClean="0"/>
              <a:t>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/>
              <a:t>using </a:t>
            </a:r>
            <a:r>
              <a:rPr lang="en-US" dirty="0" err="1"/>
              <a:t>MQTTnet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MQTTnet.Client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MQTTnet.Client.Options</a:t>
            </a:r>
            <a:r>
              <a:rPr lang="en-US" dirty="0"/>
              <a:t>;</a:t>
            </a:r>
          </a:p>
          <a:p>
            <a:r>
              <a:rPr lang="en-US" dirty="0"/>
              <a:t>using System;</a:t>
            </a:r>
          </a:p>
          <a:p>
            <a:r>
              <a:rPr lang="en-US" dirty="0"/>
              <a:t>using </a:t>
            </a:r>
            <a:r>
              <a:rPr lang="en-US" dirty="0" err="1"/>
              <a:t>System.Threading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System.Threading.Tasks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MongoDB.Driver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MqttService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private </a:t>
            </a:r>
            <a:r>
              <a:rPr lang="en-US" dirty="0" err="1"/>
              <a:t>readonly</a:t>
            </a:r>
            <a:r>
              <a:rPr lang="en-US" dirty="0"/>
              <a:t> </a:t>
            </a:r>
            <a:r>
              <a:rPr lang="en-US" dirty="0" err="1"/>
              <a:t>IMongoCollection</a:t>
            </a:r>
            <a:r>
              <a:rPr lang="en-US" dirty="0"/>
              <a:t>&lt;</a:t>
            </a:r>
            <a:r>
              <a:rPr lang="en-US" dirty="0" err="1"/>
              <a:t>DeviceData</a:t>
            </a:r>
            <a:r>
              <a:rPr lang="en-US" dirty="0"/>
              <a:t>&gt; _collection;</a:t>
            </a:r>
          </a:p>
          <a:p>
            <a:r>
              <a:rPr lang="en-US" dirty="0"/>
              <a:t>    private </a:t>
            </a:r>
            <a:r>
              <a:rPr lang="en-US" dirty="0" err="1"/>
              <a:t>IMqttClient</a:t>
            </a:r>
            <a:r>
              <a:rPr lang="en-US" dirty="0"/>
              <a:t> _</a:t>
            </a:r>
            <a:r>
              <a:rPr lang="en-US" dirty="0" err="1"/>
              <a:t>mqttClient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public </a:t>
            </a:r>
            <a:r>
              <a:rPr lang="en-US" dirty="0" err="1"/>
              <a:t>MqttService</a:t>
            </a:r>
            <a:r>
              <a:rPr lang="en-US" dirty="0"/>
              <a:t>(</a:t>
            </a:r>
            <a:r>
              <a:rPr lang="en-US" dirty="0" err="1"/>
              <a:t>IMongoClient</a:t>
            </a:r>
            <a:r>
              <a:rPr lang="en-US" dirty="0"/>
              <a:t> </a:t>
            </a:r>
            <a:r>
              <a:rPr lang="en-US" dirty="0" err="1"/>
              <a:t>mongoClient</a:t>
            </a:r>
            <a:r>
              <a:rPr lang="en-US" dirty="0"/>
              <a:t>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var</a:t>
            </a:r>
            <a:r>
              <a:rPr lang="en-US" dirty="0"/>
              <a:t> database = </a:t>
            </a:r>
            <a:r>
              <a:rPr lang="en-US" dirty="0" err="1"/>
              <a:t>mongoClient.GetDatabase</a:t>
            </a:r>
            <a:r>
              <a:rPr lang="en-US" dirty="0"/>
              <a:t>("</a:t>
            </a:r>
            <a:r>
              <a:rPr lang="en-US" dirty="0" err="1"/>
              <a:t>iotdb</a:t>
            </a:r>
            <a:r>
              <a:rPr lang="en-US" dirty="0"/>
              <a:t>");</a:t>
            </a:r>
          </a:p>
          <a:p>
            <a:r>
              <a:rPr lang="en-US" dirty="0"/>
              <a:t>        _collection = </a:t>
            </a:r>
            <a:r>
              <a:rPr lang="en-US" dirty="0" err="1"/>
              <a:t>database.GetCollection</a:t>
            </a:r>
            <a:r>
              <a:rPr lang="en-US" dirty="0"/>
              <a:t>&lt;</a:t>
            </a:r>
            <a:r>
              <a:rPr lang="en-US" dirty="0" err="1"/>
              <a:t>DeviceData</a:t>
            </a:r>
            <a:r>
              <a:rPr lang="en-US" dirty="0"/>
              <a:t>&gt;("</a:t>
            </a:r>
            <a:r>
              <a:rPr lang="en-US" dirty="0" err="1"/>
              <a:t>device_data</a:t>
            </a:r>
            <a:r>
              <a:rPr lang="en-US" dirty="0"/>
              <a:t>");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</a:t>
            </a:r>
            <a:r>
              <a:rPr lang="en-US" dirty="0" err="1"/>
              <a:t>async</a:t>
            </a:r>
            <a:r>
              <a:rPr lang="en-US" dirty="0"/>
              <a:t> Task </a:t>
            </a:r>
            <a:r>
              <a:rPr lang="en-US" dirty="0" err="1"/>
              <a:t>StartAsync</a:t>
            </a:r>
            <a:r>
              <a:rPr lang="en-US" dirty="0"/>
              <a:t>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var</a:t>
            </a:r>
            <a:r>
              <a:rPr lang="en-US" dirty="0"/>
              <a:t> factory = new </a:t>
            </a:r>
            <a:r>
              <a:rPr lang="en-US" dirty="0" err="1"/>
              <a:t>MqttFactory</a:t>
            </a:r>
            <a:r>
              <a:rPr lang="en-US" dirty="0"/>
              <a:t>();</a:t>
            </a:r>
          </a:p>
          <a:p>
            <a:r>
              <a:rPr lang="en-US" dirty="0"/>
              <a:t>        _</a:t>
            </a:r>
            <a:r>
              <a:rPr lang="en-US" dirty="0" err="1"/>
              <a:t>mqttClient</a:t>
            </a:r>
            <a:r>
              <a:rPr lang="en-US" dirty="0"/>
              <a:t> = </a:t>
            </a:r>
            <a:r>
              <a:rPr lang="en-US" dirty="0" err="1"/>
              <a:t>factory.CreateMqttClient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var</a:t>
            </a:r>
            <a:r>
              <a:rPr lang="en-US" dirty="0"/>
              <a:t> options = new </a:t>
            </a:r>
            <a:r>
              <a:rPr lang="en-US" dirty="0" err="1"/>
              <a:t>MqttClientOptionsBuilder</a:t>
            </a:r>
            <a:r>
              <a:rPr lang="en-US" dirty="0"/>
              <a:t>()</a:t>
            </a:r>
          </a:p>
          <a:p>
            <a:r>
              <a:rPr lang="en-US" dirty="0"/>
              <a:t>            .</a:t>
            </a:r>
            <a:r>
              <a:rPr lang="en-US" dirty="0" err="1"/>
              <a:t>WithTcpServer</a:t>
            </a:r>
            <a:r>
              <a:rPr lang="en-US" dirty="0"/>
              <a:t>("localhost", 1883) // </a:t>
            </a:r>
            <a:r>
              <a:rPr lang="en-US" dirty="0" err="1"/>
              <a:t>sesuaikan</a:t>
            </a:r>
            <a:r>
              <a:rPr lang="en-US" dirty="0"/>
              <a:t> </a:t>
            </a:r>
            <a:r>
              <a:rPr lang="en-US" dirty="0" err="1"/>
              <a:t>kalau</a:t>
            </a:r>
            <a:r>
              <a:rPr lang="en-US" dirty="0"/>
              <a:t> </a:t>
            </a:r>
            <a:r>
              <a:rPr lang="en-US" dirty="0" err="1"/>
              <a:t>beda</a:t>
            </a:r>
            <a:r>
              <a:rPr lang="en-US" dirty="0"/>
              <a:t> host</a:t>
            </a:r>
          </a:p>
          <a:p>
            <a:r>
              <a:rPr lang="en-US" dirty="0"/>
              <a:t>            .Build();</a:t>
            </a:r>
          </a:p>
          <a:p>
            <a:endParaRPr lang="en-US" dirty="0"/>
          </a:p>
          <a:p>
            <a:r>
              <a:rPr lang="en-US" dirty="0"/>
              <a:t>        _</a:t>
            </a:r>
            <a:r>
              <a:rPr lang="en-US" dirty="0" err="1"/>
              <a:t>mqttClient.UseConnectedHandler</a:t>
            </a:r>
            <a:r>
              <a:rPr lang="en-US" dirty="0"/>
              <a:t>(</a:t>
            </a:r>
            <a:r>
              <a:rPr lang="en-US" dirty="0" err="1"/>
              <a:t>async</a:t>
            </a:r>
            <a:r>
              <a:rPr lang="en-US" dirty="0"/>
              <a:t> e =&gt;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("Connected to MQTT broker.");</a:t>
            </a:r>
          </a:p>
          <a:p>
            <a:r>
              <a:rPr lang="en-US" dirty="0"/>
              <a:t>            await _</a:t>
            </a:r>
            <a:r>
              <a:rPr lang="en-US" dirty="0" err="1"/>
              <a:t>mqttClient.SubscribeAsync</a:t>
            </a:r>
            <a:r>
              <a:rPr lang="en-US" dirty="0"/>
              <a:t>(new </a:t>
            </a:r>
            <a:r>
              <a:rPr lang="en-US" dirty="0" err="1"/>
              <a:t>MqttTopicFilterBuilder</a:t>
            </a:r>
            <a:r>
              <a:rPr lang="en-US" dirty="0"/>
              <a:t>()</a:t>
            </a:r>
          </a:p>
          <a:p>
            <a:r>
              <a:rPr lang="en-US" dirty="0"/>
              <a:t>                .</a:t>
            </a:r>
            <a:r>
              <a:rPr lang="en-US" dirty="0" err="1"/>
              <a:t>WithTopic</a:t>
            </a:r>
            <a:r>
              <a:rPr lang="en-US" dirty="0"/>
              <a:t>("</a:t>
            </a:r>
            <a:r>
              <a:rPr lang="en-US" dirty="0" err="1"/>
              <a:t>iot</a:t>
            </a:r>
            <a:r>
              <a:rPr lang="en-US" dirty="0"/>
              <a:t>/devices/#")</a:t>
            </a:r>
          </a:p>
          <a:p>
            <a:r>
              <a:rPr lang="en-US" dirty="0"/>
              <a:t>                .Build());</a:t>
            </a:r>
          </a:p>
          <a:p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("Subscribed to topic.");</a:t>
            </a:r>
          </a:p>
          <a:p>
            <a:r>
              <a:rPr lang="en-US" dirty="0"/>
              <a:t>        });</a:t>
            </a:r>
          </a:p>
          <a:p>
            <a:endParaRPr lang="en-US" dirty="0"/>
          </a:p>
          <a:p>
            <a:r>
              <a:rPr lang="en-US" dirty="0"/>
              <a:t>        _</a:t>
            </a:r>
            <a:r>
              <a:rPr lang="en-US" dirty="0" err="1"/>
              <a:t>mqttClient.UseApplicationMessageReceivedHandler</a:t>
            </a:r>
            <a:r>
              <a:rPr lang="en-US" dirty="0"/>
              <a:t>(e =&gt;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</a:t>
            </a:r>
            <a:r>
              <a:rPr lang="en-US" dirty="0" err="1"/>
              <a:t>var</a:t>
            </a:r>
            <a:r>
              <a:rPr lang="en-US" dirty="0"/>
              <a:t> payload = System.Text.Encoding.UTF8.GetString(</a:t>
            </a:r>
            <a:r>
              <a:rPr lang="en-US" dirty="0" err="1"/>
              <a:t>e.ApplicationMessage.Payload</a:t>
            </a:r>
            <a:r>
              <a:rPr lang="en-US" dirty="0"/>
              <a:t>);</a:t>
            </a:r>
          </a:p>
          <a:p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($"Message received on topic {</a:t>
            </a:r>
            <a:r>
              <a:rPr lang="en-US" dirty="0" err="1"/>
              <a:t>e.ApplicationMessage.Topic</a:t>
            </a:r>
            <a:r>
              <a:rPr lang="en-US" dirty="0"/>
              <a:t>}: {payload}");</a:t>
            </a:r>
          </a:p>
          <a:p>
            <a:endParaRPr lang="en-US" dirty="0"/>
          </a:p>
          <a:p>
            <a:r>
              <a:rPr lang="en-US" dirty="0"/>
              <a:t>            // </a:t>
            </a:r>
            <a:r>
              <a:rPr lang="en-US" dirty="0" err="1"/>
              <a:t>Simpan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MongoDB (simplified)</a:t>
            </a:r>
          </a:p>
          <a:p>
            <a:r>
              <a:rPr lang="en-US" dirty="0"/>
              <a:t>           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deviceData</a:t>
            </a:r>
            <a:r>
              <a:rPr lang="en-US" dirty="0"/>
              <a:t> = new </a:t>
            </a:r>
            <a:r>
              <a:rPr lang="en-US" dirty="0" err="1"/>
              <a:t>DeviceData</a:t>
            </a:r>
            <a:endParaRPr lang="en-US" dirty="0"/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Topic = </a:t>
            </a:r>
            <a:r>
              <a:rPr lang="en-US" dirty="0" err="1"/>
              <a:t>e.ApplicationMessage.Topic</a:t>
            </a:r>
            <a:r>
              <a:rPr lang="en-US" dirty="0"/>
              <a:t>,</a:t>
            </a:r>
          </a:p>
          <a:p>
            <a:r>
              <a:rPr lang="en-US" dirty="0"/>
              <a:t>                Payload = payload,</a:t>
            </a:r>
          </a:p>
          <a:p>
            <a:r>
              <a:rPr lang="en-US" dirty="0"/>
              <a:t>                Timestamp = </a:t>
            </a:r>
            <a:r>
              <a:rPr lang="en-US" dirty="0" err="1"/>
              <a:t>DateTime.UtcNow</a:t>
            </a:r>
            <a:endParaRPr lang="en-US" dirty="0"/>
          </a:p>
          <a:p>
            <a:r>
              <a:rPr lang="en-US" dirty="0"/>
              <a:t>            };</a:t>
            </a:r>
          </a:p>
          <a:p>
            <a:r>
              <a:rPr lang="en-US" dirty="0"/>
              <a:t>            _</a:t>
            </a:r>
            <a:r>
              <a:rPr lang="en-US" dirty="0" err="1"/>
              <a:t>collection.InsertOne</a:t>
            </a:r>
            <a:r>
              <a:rPr lang="en-US" dirty="0"/>
              <a:t>(</a:t>
            </a:r>
            <a:r>
              <a:rPr lang="en-US" dirty="0" err="1"/>
              <a:t>deviceData</a:t>
            </a:r>
            <a:r>
              <a:rPr lang="en-US" dirty="0"/>
              <a:t>);</a:t>
            </a:r>
          </a:p>
          <a:p>
            <a:r>
              <a:rPr lang="en-US" dirty="0"/>
              <a:t>        });</a:t>
            </a:r>
          </a:p>
          <a:p>
            <a:endParaRPr lang="en-US" dirty="0"/>
          </a:p>
          <a:p>
            <a:r>
              <a:rPr lang="en-US" dirty="0"/>
              <a:t>        await _</a:t>
            </a:r>
            <a:r>
              <a:rPr lang="en-US" dirty="0" err="1"/>
              <a:t>mqttClient.ConnectAsync</a:t>
            </a:r>
            <a:r>
              <a:rPr lang="en-US" dirty="0"/>
              <a:t>(options, </a:t>
            </a:r>
            <a:r>
              <a:rPr lang="en-US" dirty="0" err="1"/>
              <a:t>CancellationToken.None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DeviceData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public string Topic { get; set; }</a:t>
            </a:r>
          </a:p>
          <a:p>
            <a:r>
              <a:rPr lang="en-US" dirty="0"/>
              <a:t>    public string Payload { get; set; }</a:t>
            </a:r>
          </a:p>
          <a:p>
            <a:r>
              <a:rPr lang="en-US" dirty="0"/>
              <a:t>    public </a:t>
            </a:r>
            <a:r>
              <a:rPr lang="en-US" dirty="0" err="1"/>
              <a:t>DateTime</a:t>
            </a:r>
            <a:r>
              <a:rPr lang="en-US" dirty="0"/>
              <a:t> Timestamp { get; set;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726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52425" y="912134"/>
            <a:ext cx="5848350" cy="59093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cshap</a:t>
            </a:r>
            <a:r>
              <a:rPr lang="en-US" dirty="0" smtClean="0"/>
              <a:t>	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/>
              <a:t>using </a:t>
            </a:r>
            <a:r>
              <a:rPr lang="en-US" dirty="0" err="1"/>
              <a:t>MongoDB.Driver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builder = </a:t>
            </a:r>
            <a:r>
              <a:rPr lang="en-US" dirty="0" err="1"/>
              <a:t>WebApplication.CreateBuilder</a:t>
            </a:r>
            <a:r>
              <a:rPr lang="en-US" dirty="0"/>
              <a:t>(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// MongoDB client singleton</a:t>
            </a:r>
          </a:p>
          <a:p>
            <a:r>
              <a:rPr lang="en-US" dirty="0" err="1"/>
              <a:t>builder.Services.AddSingleton</a:t>
            </a:r>
            <a:r>
              <a:rPr lang="en-US" dirty="0"/>
              <a:t>&lt;</a:t>
            </a:r>
            <a:r>
              <a:rPr lang="en-US" dirty="0" err="1"/>
              <a:t>IMongoClient</a:t>
            </a:r>
            <a:r>
              <a:rPr lang="en-US" dirty="0"/>
              <a:t>&gt;(s =&gt;</a:t>
            </a:r>
          </a:p>
          <a:p>
            <a:r>
              <a:rPr lang="en-US" dirty="0"/>
              <a:t>    new </a:t>
            </a:r>
            <a:r>
              <a:rPr lang="en-US" dirty="0" err="1"/>
              <a:t>MongoClient</a:t>
            </a:r>
            <a:r>
              <a:rPr lang="en-US" dirty="0"/>
              <a:t>("</a:t>
            </a:r>
            <a:r>
              <a:rPr lang="en-US" dirty="0" err="1"/>
              <a:t>mongodb</a:t>
            </a:r>
            <a:r>
              <a:rPr lang="en-US" dirty="0"/>
              <a:t>://localhost:27017"));</a:t>
            </a:r>
          </a:p>
          <a:p>
            <a:endParaRPr lang="en-US" dirty="0"/>
          </a:p>
          <a:p>
            <a:r>
              <a:rPr lang="en-US" dirty="0"/>
              <a:t>// MQTT service</a:t>
            </a:r>
          </a:p>
          <a:p>
            <a:r>
              <a:rPr lang="en-US" dirty="0" err="1"/>
              <a:t>builder.Services.AddSingleton</a:t>
            </a:r>
            <a:r>
              <a:rPr lang="en-US" dirty="0"/>
              <a:t>&lt;</a:t>
            </a:r>
            <a:r>
              <a:rPr lang="en-US" dirty="0" err="1"/>
              <a:t>MqttService</a:t>
            </a:r>
            <a:r>
              <a:rPr lang="en-US" dirty="0"/>
              <a:t>&gt;();</a:t>
            </a:r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app = </a:t>
            </a:r>
            <a:r>
              <a:rPr lang="en-US" dirty="0" err="1"/>
              <a:t>builder.Build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mqttService</a:t>
            </a:r>
            <a:r>
              <a:rPr lang="en-US" dirty="0"/>
              <a:t> = </a:t>
            </a:r>
            <a:r>
              <a:rPr lang="en-US" dirty="0" err="1"/>
              <a:t>app.Services.GetRequiredService</a:t>
            </a:r>
            <a:r>
              <a:rPr lang="en-US" dirty="0"/>
              <a:t>&lt;</a:t>
            </a:r>
            <a:r>
              <a:rPr lang="en-US" dirty="0" err="1"/>
              <a:t>MqttService</a:t>
            </a:r>
            <a:r>
              <a:rPr lang="en-US" dirty="0"/>
              <a:t>&gt;();</a:t>
            </a:r>
          </a:p>
          <a:p>
            <a:r>
              <a:rPr lang="en-US" dirty="0" err="1"/>
              <a:t>mqttService.StartAsync</a:t>
            </a:r>
            <a:r>
              <a:rPr lang="en-US" dirty="0"/>
              <a:t>();  // </a:t>
            </a:r>
            <a:r>
              <a:rPr lang="en-US" dirty="0" err="1"/>
              <a:t>jalankan</a:t>
            </a:r>
            <a:r>
              <a:rPr lang="en-US" dirty="0"/>
              <a:t> subscriber MQTT</a:t>
            </a:r>
          </a:p>
          <a:p>
            <a:endParaRPr lang="en-US" dirty="0"/>
          </a:p>
          <a:p>
            <a:r>
              <a:rPr lang="en-US" dirty="0" err="1"/>
              <a:t>app.MapGet</a:t>
            </a:r>
            <a:r>
              <a:rPr lang="en-US" dirty="0"/>
              <a:t>("/", () =&gt; "</a:t>
            </a:r>
            <a:r>
              <a:rPr lang="en-US" dirty="0" err="1"/>
              <a:t>IoT</a:t>
            </a:r>
            <a:r>
              <a:rPr lang="en-US" dirty="0"/>
              <a:t> Device Manager API");</a:t>
            </a:r>
          </a:p>
          <a:p>
            <a:endParaRPr lang="en-US" dirty="0"/>
          </a:p>
          <a:p>
            <a:r>
              <a:rPr lang="en-US" dirty="0" err="1"/>
              <a:t>app.Run</a:t>
            </a:r>
            <a:r>
              <a:rPr lang="en-US" dirty="0"/>
              <a:t>();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09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Langkah</a:t>
            </a:r>
            <a:r>
              <a:rPr lang="en-US" dirty="0"/>
              <a:t> 3: </a:t>
            </a:r>
            <a:r>
              <a:rPr lang="en-US" dirty="0" err="1"/>
              <a:t>Daftarkan</a:t>
            </a:r>
            <a:r>
              <a:rPr lang="en-US" dirty="0"/>
              <a:t> service di </a:t>
            </a:r>
            <a:r>
              <a:rPr lang="en-US" dirty="0" err="1"/>
              <a:t>Program.cs</a:t>
            </a:r>
            <a:r>
              <a:rPr lang="en-US" dirty="0"/>
              <a:t> (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Startup.cs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versi</a:t>
            </a:r>
            <a:r>
              <a:rPr lang="en-US" dirty="0"/>
              <a:t> lama)</a:t>
            </a:r>
          </a:p>
        </p:txBody>
      </p:sp>
    </p:spTree>
    <p:extLst>
      <p:ext uri="{BB962C8B-B14F-4D97-AF65-F5344CB8AC3E}">
        <p14:creationId xmlns:p14="http://schemas.microsoft.com/office/powerpoint/2010/main" val="113750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850" y="35748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Backend </a:t>
            </a:r>
            <a:r>
              <a:rPr lang="en-US" dirty="0"/>
              <a:t>API Endpoint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baca</a:t>
            </a:r>
            <a:r>
              <a:rPr lang="en-US" dirty="0"/>
              <a:t> data device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smtClean="0"/>
              <a:t>MongoDB</a:t>
            </a:r>
          </a:p>
          <a:p>
            <a:pPr marL="342900" indent="-342900">
              <a:buAutoNum type="arabicPeriod"/>
            </a:pPr>
            <a:r>
              <a:rPr lang="en-US" dirty="0" smtClean="0"/>
              <a:t>Frontend </a:t>
            </a:r>
            <a:r>
              <a:rPr lang="en-US" dirty="0"/>
              <a:t>Web (React) </a:t>
            </a:r>
            <a:r>
              <a:rPr lang="en-US" dirty="0" err="1"/>
              <a:t>untuk</a:t>
            </a:r>
            <a:r>
              <a:rPr lang="en-US" dirty="0"/>
              <a:t> fetch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tampilkan</a:t>
            </a:r>
            <a:r>
              <a:rPr lang="en-US" dirty="0"/>
              <a:t> </a:t>
            </a:r>
            <a:r>
              <a:rPr lang="en-US" dirty="0" smtClean="0"/>
              <a:t>data</a:t>
            </a:r>
          </a:p>
          <a:p>
            <a:pPr marL="342900" indent="-342900">
              <a:buAutoNum type="arabicPeriod"/>
            </a:pPr>
            <a:r>
              <a:rPr lang="en-US" dirty="0" smtClean="0"/>
              <a:t>Android </a:t>
            </a:r>
            <a:r>
              <a:rPr lang="en-US" dirty="0"/>
              <a:t>App </a:t>
            </a:r>
            <a:r>
              <a:rPr lang="en-US" dirty="0" err="1"/>
              <a:t>contoh</a:t>
            </a:r>
            <a:r>
              <a:rPr lang="en-US" dirty="0"/>
              <a:t> MQTT client subscribe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3850" y="19247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Backend</a:t>
            </a:r>
            <a:r>
              <a:rPr lang="en-US" dirty="0"/>
              <a:t>: API Endpoint </a:t>
            </a:r>
            <a:r>
              <a:rPr lang="en-US" dirty="0" err="1"/>
              <a:t>baca</a:t>
            </a:r>
            <a:r>
              <a:rPr lang="en-US" dirty="0"/>
              <a:t> data </a:t>
            </a:r>
            <a:r>
              <a:rPr lang="en-US" dirty="0" smtClean="0"/>
              <a:t>device</a:t>
            </a:r>
          </a:p>
          <a:p>
            <a:r>
              <a:rPr lang="en-US" dirty="0" err="1" smtClean="0"/>
              <a:t>Tambahkan</a:t>
            </a:r>
            <a:r>
              <a:rPr lang="en-US" dirty="0" smtClean="0"/>
              <a:t> </a:t>
            </a:r>
            <a:r>
              <a:rPr lang="en-US" dirty="0"/>
              <a:t>controller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DeviceDataController.cs</a:t>
            </a:r>
            <a:r>
              <a:rPr lang="en-US" dirty="0"/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323850" y="2740934"/>
            <a:ext cx="5314950" cy="78483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cshap</a:t>
            </a:r>
            <a:r>
              <a:rPr lang="en-US" dirty="0" smtClean="0"/>
              <a:t>	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/>
              <a:t>using </a:t>
            </a:r>
            <a:r>
              <a:rPr lang="en-US" dirty="0" err="1"/>
              <a:t>Microsoft.AspNetCore.Mvc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MongoDB.Driver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System.Collections.Generic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System.Threading.Tasks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[</a:t>
            </a:r>
            <a:r>
              <a:rPr lang="en-US" dirty="0" err="1"/>
              <a:t>ApiController</a:t>
            </a:r>
            <a:r>
              <a:rPr lang="en-US" dirty="0"/>
              <a:t>]</a:t>
            </a:r>
          </a:p>
          <a:p>
            <a:r>
              <a:rPr lang="en-US" dirty="0"/>
              <a:t>[Route("</a:t>
            </a:r>
            <a:r>
              <a:rPr lang="en-US" dirty="0" err="1"/>
              <a:t>api</a:t>
            </a:r>
            <a:r>
              <a:rPr lang="en-US" dirty="0"/>
              <a:t>/[controller]")]</a:t>
            </a:r>
          </a:p>
          <a:p>
            <a:r>
              <a:rPr lang="en-US" dirty="0"/>
              <a:t>public class </a:t>
            </a:r>
            <a:r>
              <a:rPr lang="en-US" dirty="0" err="1"/>
              <a:t>DeviceDataController</a:t>
            </a:r>
            <a:r>
              <a:rPr lang="en-US" dirty="0"/>
              <a:t> : </a:t>
            </a:r>
            <a:r>
              <a:rPr lang="en-US" dirty="0" err="1"/>
              <a:t>ControllerBase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private </a:t>
            </a:r>
            <a:r>
              <a:rPr lang="en-US" dirty="0" err="1"/>
              <a:t>readonly</a:t>
            </a:r>
            <a:r>
              <a:rPr lang="en-US" dirty="0"/>
              <a:t> </a:t>
            </a:r>
            <a:r>
              <a:rPr lang="en-US" dirty="0" err="1"/>
              <a:t>IMongoCollection</a:t>
            </a:r>
            <a:r>
              <a:rPr lang="en-US" dirty="0"/>
              <a:t>&lt;</a:t>
            </a:r>
            <a:r>
              <a:rPr lang="en-US" dirty="0" err="1"/>
              <a:t>DeviceData</a:t>
            </a:r>
            <a:r>
              <a:rPr lang="en-US" dirty="0"/>
              <a:t>&gt; _collection;</a:t>
            </a:r>
          </a:p>
          <a:p>
            <a:endParaRPr lang="en-US" dirty="0"/>
          </a:p>
          <a:p>
            <a:r>
              <a:rPr lang="en-US" dirty="0"/>
              <a:t>    public </a:t>
            </a:r>
            <a:r>
              <a:rPr lang="en-US" dirty="0" err="1"/>
              <a:t>DeviceDataController</a:t>
            </a:r>
            <a:r>
              <a:rPr lang="en-US" dirty="0"/>
              <a:t>(</a:t>
            </a:r>
            <a:r>
              <a:rPr lang="en-US" dirty="0" err="1"/>
              <a:t>IMongoClient</a:t>
            </a:r>
            <a:r>
              <a:rPr lang="en-US" dirty="0"/>
              <a:t> client)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var</a:t>
            </a:r>
            <a:r>
              <a:rPr lang="en-US" dirty="0"/>
              <a:t> database = </a:t>
            </a:r>
            <a:r>
              <a:rPr lang="en-US" dirty="0" err="1"/>
              <a:t>client.GetDatabase</a:t>
            </a:r>
            <a:r>
              <a:rPr lang="en-US" dirty="0"/>
              <a:t>("</a:t>
            </a:r>
            <a:r>
              <a:rPr lang="en-US" dirty="0" err="1"/>
              <a:t>iotdb</a:t>
            </a:r>
            <a:r>
              <a:rPr lang="en-US" dirty="0"/>
              <a:t>");</a:t>
            </a:r>
          </a:p>
          <a:p>
            <a:r>
              <a:rPr lang="en-US" dirty="0"/>
              <a:t>        _collection = </a:t>
            </a:r>
            <a:r>
              <a:rPr lang="en-US" dirty="0" err="1"/>
              <a:t>database.GetCollection</a:t>
            </a:r>
            <a:r>
              <a:rPr lang="en-US" dirty="0"/>
              <a:t>&lt;</a:t>
            </a:r>
            <a:r>
              <a:rPr lang="en-US" dirty="0" err="1"/>
              <a:t>DeviceData</a:t>
            </a:r>
            <a:r>
              <a:rPr lang="en-US" dirty="0"/>
              <a:t>&gt;("</a:t>
            </a:r>
            <a:r>
              <a:rPr lang="en-US" dirty="0" err="1"/>
              <a:t>device_data</a:t>
            </a:r>
            <a:r>
              <a:rPr lang="en-US" dirty="0"/>
              <a:t>");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[</a:t>
            </a:r>
            <a:r>
              <a:rPr lang="en-US" dirty="0" err="1"/>
              <a:t>HttpGet</a:t>
            </a:r>
            <a:r>
              <a:rPr lang="en-US" dirty="0"/>
              <a:t>]</a:t>
            </a:r>
          </a:p>
          <a:p>
            <a:r>
              <a:rPr lang="en-US" dirty="0"/>
              <a:t>    public </a:t>
            </a:r>
            <a:r>
              <a:rPr lang="en-US" dirty="0" err="1"/>
              <a:t>async</a:t>
            </a:r>
            <a:r>
              <a:rPr lang="en-US" dirty="0"/>
              <a:t> Task&lt;List&lt;</a:t>
            </a:r>
            <a:r>
              <a:rPr lang="en-US" dirty="0" err="1"/>
              <a:t>DeviceData</a:t>
            </a:r>
            <a:r>
              <a:rPr lang="en-US" dirty="0"/>
              <a:t>&gt;&gt; Get()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return await _</a:t>
            </a:r>
            <a:r>
              <a:rPr lang="en-US" dirty="0" err="1"/>
              <a:t>collection.Find</a:t>
            </a:r>
            <a:r>
              <a:rPr lang="en-US" dirty="0"/>
              <a:t>(_ =&gt; true).</a:t>
            </a:r>
            <a:r>
              <a:rPr lang="en-US" dirty="0" err="1"/>
              <a:t>ToListAsync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114078" y="187617"/>
            <a:ext cx="29143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2. Frontend </a:t>
            </a:r>
            <a:r>
              <a:rPr lang="en-US" dirty="0" smtClean="0"/>
              <a:t>React</a:t>
            </a:r>
          </a:p>
          <a:p>
            <a:r>
              <a:rPr lang="en-US" dirty="0" err="1" smtClean="0"/>
              <a:t>Misal</a:t>
            </a:r>
            <a:r>
              <a:rPr lang="en-US" dirty="0" smtClean="0"/>
              <a:t> </a:t>
            </a:r>
            <a:r>
              <a:rPr lang="en-US" dirty="0" err="1"/>
              <a:t>pakai</a:t>
            </a:r>
            <a:r>
              <a:rPr lang="en-US" dirty="0"/>
              <a:t> create-react-app:</a:t>
            </a:r>
          </a:p>
        </p:txBody>
      </p:sp>
      <p:sp>
        <p:nvSpPr>
          <p:cNvPr id="8" name="Rectangle 7"/>
          <p:cNvSpPr/>
          <p:nvPr/>
        </p:nvSpPr>
        <p:spPr>
          <a:xfrm>
            <a:off x="6114078" y="957649"/>
            <a:ext cx="5314950" cy="8679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jsx</a:t>
            </a:r>
            <a:r>
              <a:rPr lang="en-US" dirty="0" smtClean="0"/>
              <a:t>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/>
              <a:t>import React, { </a:t>
            </a:r>
            <a:r>
              <a:rPr lang="en-US" dirty="0" err="1"/>
              <a:t>useEffect</a:t>
            </a:r>
            <a:r>
              <a:rPr lang="en-US" dirty="0"/>
              <a:t>, </a:t>
            </a:r>
            <a:r>
              <a:rPr lang="en-US" dirty="0" err="1"/>
              <a:t>useState</a:t>
            </a:r>
            <a:r>
              <a:rPr lang="en-US" dirty="0"/>
              <a:t> } from "react";</a:t>
            </a:r>
          </a:p>
          <a:p>
            <a:endParaRPr lang="en-US" dirty="0"/>
          </a:p>
          <a:p>
            <a:r>
              <a:rPr lang="en-US" dirty="0"/>
              <a:t>function App() {</a:t>
            </a:r>
          </a:p>
          <a:p>
            <a:r>
              <a:rPr lang="en-US" dirty="0"/>
              <a:t>  </a:t>
            </a:r>
            <a:r>
              <a:rPr lang="en-US" dirty="0" err="1"/>
              <a:t>const</a:t>
            </a:r>
            <a:r>
              <a:rPr lang="en-US" dirty="0"/>
              <a:t> [</a:t>
            </a:r>
            <a:r>
              <a:rPr lang="en-US" dirty="0" err="1"/>
              <a:t>deviceData</a:t>
            </a:r>
            <a:r>
              <a:rPr lang="en-US" dirty="0"/>
              <a:t>, </a:t>
            </a:r>
            <a:r>
              <a:rPr lang="en-US" dirty="0" err="1"/>
              <a:t>setDeviceData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([]);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useEffect</a:t>
            </a:r>
            <a:r>
              <a:rPr lang="en-US" dirty="0"/>
              <a:t>(() =&gt; {</a:t>
            </a:r>
          </a:p>
          <a:p>
            <a:r>
              <a:rPr lang="en-US" dirty="0"/>
              <a:t>    fetch("http://localhost:5000/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DeviceData</a:t>
            </a:r>
            <a:r>
              <a:rPr lang="en-US" dirty="0"/>
              <a:t>")</a:t>
            </a:r>
          </a:p>
          <a:p>
            <a:r>
              <a:rPr lang="en-US" dirty="0"/>
              <a:t>      .then((res) =&gt; </a:t>
            </a:r>
            <a:r>
              <a:rPr lang="en-US" dirty="0" err="1"/>
              <a:t>res.json</a:t>
            </a:r>
            <a:r>
              <a:rPr lang="en-US" dirty="0"/>
              <a:t>())</a:t>
            </a:r>
          </a:p>
          <a:p>
            <a:r>
              <a:rPr lang="en-US" dirty="0"/>
              <a:t>      .then((data) =&gt; </a:t>
            </a:r>
            <a:r>
              <a:rPr lang="en-US" dirty="0" err="1"/>
              <a:t>setDeviceData</a:t>
            </a:r>
            <a:r>
              <a:rPr lang="en-US" dirty="0"/>
              <a:t>(data))</a:t>
            </a:r>
          </a:p>
          <a:p>
            <a:r>
              <a:rPr lang="en-US" dirty="0"/>
              <a:t>      .catch(</a:t>
            </a:r>
            <a:r>
              <a:rPr lang="en-US" dirty="0" err="1"/>
              <a:t>console.error</a:t>
            </a:r>
            <a:r>
              <a:rPr lang="en-US" dirty="0"/>
              <a:t>);</a:t>
            </a:r>
          </a:p>
          <a:p>
            <a:r>
              <a:rPr lang="en-US" dirty="0"/>
              <a:t>  }, []);</a:t>
            </a:r>
          </a:p>
          <a:p>
            <a:endParaRPr lang="en-US" dirty="0"/>
          </a:p>
          <a:p>
            <a:r>
              <a:rPr lang="en-US" dirty="0"/>
              <a:t>  return (</a:t>
            </a:r>
          </a:p>
          <a:p>
            <a:r>
              <a:rPr lang="en-US" dirty="0"/>
              <a:t>    &lt;div&gt;</a:t>
            </a:r>
          </a:p>
          <a:p>
            <a:r>
              <a:rPr lang="en-US" dirty="0"/>
              <a:t>      &lt;h1&gt;Data Device&lt;/h1&gt;</a:t>
            </a:r>
          </a:p>
          <a:p>
            <a:r>
              <a:rPr lang="en-US" dirty="0"/>
              <a:t>      &lt;</a:t>
            </a:r>
            <a:r>
              <a:rPr lang="en-US" dirty="0" err="1"/>
              <a:t>ul</a:t>
            </a:r>
            <a:r>
              <a:rPr lang="en-US" dirty="0"/>
              <a:t>&gt;</a:t>
            </a:r>
          </a:p>
          <a:p>
            <a:r>
              <a:rPr lang="en-US" dirty="0"/>
              <a:t>        {</a:t>
            </a:r>
            <a:r>
              <a:rPr lang="en-US" dirty="0" err="1"/>
              <a:t>deviceData.map</a:t>
            </a:r>
            <a:r>
              <a:rPr lang="en-US" dirty="0"/>
              <a:t>((d, </a:t>
            </a:r>
            <a:r>
              <a:rPr lang="en-US" dirty="0" err="1"/>
              <a:t>i</a:t>
            </a:r>
            <a:r>
              <a:rPr lang="en-US" dirty="0"/>
              <a:t>) =&gt; (</a:t>
            </a:r>
          </a:p>
          <a:p>
            <a:r>
              <a:rPr lang="en-US" dirty="0"/>
              <a:t>          &lt;li key={</a:t>
            </a:r>
            <a:r>
              <a:rPr lang="en-US" dirty="0" err="1"/>
              <a:t>i</a:t>
            </a:r>
            <a:r>
              <a:rPr lang="en-US" dirty="0"/>
              <a:t>}&gt;</a:t>
            </a:r>
          </a:p>
          <a:p>
            <a:r>
              <a:rPr lang="en-US" dirty="0"/>
              <a:t>            &lt;strong&gt;Topic:&lt;/strong&gt; {</a:t>
            </a:r>
            <a:r>
              <a:rPr lang="en-US" dirty="0" err="1"/>
              <a:t>d.topic</a:t>
            </a:r>
            <a:r>
              <a:rPr lang="en-US" dirty="0"/>
              <a:t>} &lt;</a:t>
            </a:r>
            <a:r>
              <a:rPr lang="en-US" dirty="0" err="1"/>
              <a:t>br</a:t>
            </a:r>
            <a:r>
              <a:rPr lang="en-US" dirty="0"/>
              <a:t> /&gt;</a:t>
            </a:r>
          </a:p>
          <a:p>
            <a:r>
              <a:rPr lang="en-US" dirty="0"/>
              <a:t>            &lt;strong&gt;Payload:&lt;/strong&gt; {</a:t>
            </a:r>
            <a:r>
              <a:rPr lang="en-US" dirty="0" err="1"/>
              <a:t>d.payload</a:t>
            </a:r>
            <a:r>
              <a:rPr lang="en-US" dirty="0"/>
              <a:t>} &lt;</a:t>
            </a:r>
            <a:r>
              <a:rPr lang="en-US" dirty="0" err="1"/>
              <a:t>br</a:t>
            </a:r>
            <a:r>
              <a:rPr lang="en-US" dirty="0"/>
              <a:t> /&gt;</a:t>
            </a:r>
          </a:p>
          <a:p>
            <a:r>
              <a:rPr lang="en-US" dirty="0"/>
              <a:t>            &lt;strong&gt;Time:&lt;/strong&gt; {new Date(</a:t>
            </a:r>
            <a:r>
              <a:rPr lang="en-US" dirty="0" err="1"/>
              <a:t>d.timestamp</a:t>
            </a:r>
            <a:r>
              <a:rPr lang="en-US" dirty="0"/>
              <a:t>).</a:t>
            </a:r>
            <a:r>
              <a:rPr lang="en-US" dirty="0" err="1"/>
              <a:t>toLocaleString</a:t>
            </a:r>
            <a:r>
              <a:rPr lang="en-US" dirty="0"/>
              <a:t>()}</a:t>
            </a:r>
          </a:p>
          <a:p>
            <a:r>
              <a:rPr lang="en-US" dirty="0"/>
              <a:t>          &lt;/li&gt;</a:t>
            </a:r>
          </a:p>
          <a:p>
            <a:r>
              <a:rPr lang="en-US" dirty="0"/>
              <a:t>        ))}</a:t>
            </a:r>
          </a:p>
          <a:p>
            <a:r>
              <a:rPr lang="en-US" dirty="0"/>
              <a:t>      &lt;/</a:t>
            </a:r>
            <a:r>
              <a:rPr lang="en-US" dirty="0" err="1"/>
              <a:t>ul</a:t>
            </a:r>
            <a:r>
              <a:rPr lang="en-US" dirty="0"/>
              <a:t>&gt;</a:t>
            </a:r>
          </a:p>
          <a:p>
            <a:r>
              <a:rPr lang="en-US" dirty="0"/>
              <a:t>    &lt;/div&gt;</a:t>
            </a:r>
          </a:p>
          <a:p>
            <a:r>
              <a:rPr lang="en-US" dirty="0"/>
              <a:t>  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export default App;</a:t>
            </a:r>
          </a:p>
        </p:txBody>
      </p:sp>
    </p:spTree>
    <p:extLst>
      <p:ext uri="{BB962C8B-B14F-4D97-AF65-F5344CB8AC3E}">
        <p14:creationId xmlns:p14="http://schemas.microsoft.com/office/powerpoint/2010/main" val="339807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52425" y="912134"/>
            <a:ext cx="584835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gradle</a:t>
            </a:r>
            <a:r>
              <a:rPr lang="en-US" dirty="0" smtClean="0"/>
              <a:t>	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/>
              <a:t>implementation 'org.eclipse.paho:org.eclipse.paho.client.mqttv3:1.2.5'</a:t>
            </a:r>
          </a:p>
          <a:p>
            <a:r>
              <a:rPr lang="en-US" dirty="0"/>
              <a:t>implementation 'org.eclipse.paho:org.eclipse.paho.android.service:1.1.1'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09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3. Android MQTT Client (</a:t>
            </a:r>
            <a:r>
              <a:rPr lang="en-US" b="1" dirty="0" err="1"/>
              <a:t>Kotlin</a:t>
            </a:r>
            <a:r>
              <a:rPr lang="en-US" b="1" dirty="0"/>
              <a:t>)</a:t>
            </a:r>
          </a:p>
          <a:p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dependensi</a:t>
            </a:r>
            <a:r>
              <a:rPr lang="en-US" dirty="0"/>
              <a:t> MQTT: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600" y="2624338"/>
            <a:ext cx="4694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subscribe MQTT di </a:t>
            </a:r>
            <a:r>
              <a:rPr lang="en-US" dirty="0" err="1"/>
              <a:t>MainActivity.kt</a:t>
            </a:r>
            <a:r>
              <a:rPr lang="en-US" dirty="0"/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3226280"/>
            <a:ext cx="5848350" cy="13388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kotlin</a:t>
            </a:r>
            <a:r>
              <a:rPr lang="en-US" dirty="0" smtClean="0"/>
              <a:t>	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/>
              <a:t>import </a:t>
            </a:r>
            <a:r>
              <a:rPr lang="en-US" dirty="0" err="1"/>
              <a:t>org.eclipse.paho.android.service.MqttAndroidClient</a:t>
            </a:r>
            <a:endParaRPr lang="en-US" dirty="0"/>
          </a:p>
          <a:p>
            <a:r>
              <a:rPr lang="en-US" dirty="0"/>
              <a:t>import org.eclipse.paho.client.mqttv3.*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MainActivity</a:t>
            </a:r>
            <a:r>
              <a:rPr lang="en-US" dirty="0"/>
              <a:t> : </a:t>
            </a:r>
            <a:r>
              <a:rPr lang="en-US" dirty="0" err="1"/>
              <a:t>AppCompatActivity</a:t>
            </a:r>
            <a:r>
              <a:rPr lang="en-US" dirty="0"/>
              <a:t>() {</a:t>
            </a:r>
          </a:p>
          <a:p>
            <a:endParaRPr lang="en-US" dirty="0"/>
          </a:p>
          <a:p>
            <a:r>
              <a:rPr lang="en-US" dirty="0"/>
              <a:t>    private </a:t>
            </a:r>
            <a:r>
              <a:rPr lang="en-US" dirty="0" err="1"/>
              <a:t>lateinit</a:t>
            </a:r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mqttClient</a:t>
            </a:r>
            <a:r>
              <a:rPr lang="en-US" dirty="0"/>
              <a:t>: </a:t>
            </a:r>
            <a:r>
              <a:rPr lang="en-US" dirty="0" err="1"/>
              <a:t>MqttAndroidClient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override fun </a:t>
            </a:r>
            <a:r>
              <a:rPr lang="en-US" dirty="0" err="1"/>
              <a:t>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: Bundle?) {</a:t>
            </a:r>
          </a:p>
          <a:p>
            <a:r>
              <a:rPr lang="en-US" dirty="0"/>
              <a:t>        </a:t>
            </a:r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</a:t>
            </a:r>
          </a:p>
          <a:p>
            <a:r>
              <a:rPr lang="en-US" dirty="0"/>
              <a:t>        </a:t>
            </a:r>
            <a:r>
              <a:rPr lang="en-US" dirty="0" err="1"/>
              <a:t>setContentView</a:t>
            </a:r>
            <a:r>
              <a:rPr lang="en-US" dirty="0"/>
              <a:t>(</a:t>
            </a:r>
            <a:r>
              <a:rPr lang="en-US" dirty="0" err="1"/>
              <a:t>R.layout.activity_main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 err="1"/>
              <a:t>serverUri</a:t>
            </a:r>
            <a:r>
              <a:rPr lang="en-US" dirty="0"/>
              <a:t> = "</a:t>
            </a:r>
            <a:r>
              <a:rPr lang="en-US" dirty="0" err="1"/>
              <a:t>tcp</a:t>
            </a:r>
            <a:r>
              <a:rPr lang="en-US" dirty="0"/>
              <a:t>://broker.hivemq.com:1883" // </a:t>
            </a:r>
            <a:r>
              <a:rPr lang="en-US" dirty="0" err="1"/>
              <a:t>contoh</a:t>
            </a:r>
            <a:r>
              <a:rPr lang="en-US" dirty="0"/>
              <a:t> broker </a:t>
            </a:r>
            <a:r>
              <a:rPr lang="en-US" dirty="0" err="1"/>
              <a:t>publik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 err="1"/>
              <a:t>clientId</a:t>
            </a:r>
            <a:r>
              <a:rPr lang="en-US" dirty="0"/>
              <a:t> = "</a:t>
            </a:r>
            <a:r>
              <a:rPr lang="en-US" dirty="0" err="1"/>
              <a:t>AndroidClient</a:t>
            </a:r>
            <a:r>
              <a:rPr lang="en-US" dirty="0"/>
              <a:t>_" + </a:t>
            </a:r>
            <a:r>
              <a:rPr lang="en-US" dirty="0" err="1"/>
              <a:t>System.currentTimeMillis</a:t>
            </a:r>
            <a:r>
              <a:rPr lang="en-US" dirty="0"/>
              <a:t>()</a:t>
            </a:r>
          </a:p>
          <a:p>
            <a:r>
              <a:rPr lang="en-US" dirty="0"/>
              <a:t>        </a:t>
            </a:r>
            <a:r>
              <a:rPr lang="en-US" dirty="0" err="1"/>
              <a:t>mqttClient</a:t>
            </a:r>
            <a:r>
              <a:rPr lang="en-US" dirty="0"/>
              <a:t> = </a:t>
            </a:r>
            <a:r>
              <a:rPr lang="en-US" dirty="0" err="1"/>
              <a:t>MqttAndroidClient</a:t>
            </a:r>
            <a:r>
              <a:rPr lang="en-US" dirty="0"/>
              <a:t>(this, </a:t>
            </a:r>
            <a:r>
              <a:rPr lang="en-US" dirty="0" err="1"/>
              <a:t>serverUri</a:t>
            </a:r>
            <a:r>
              <a:rPr lang="en-US" dirty="0"/>
              <a:t>, </a:t>
            </a:r>
            <a:r>
              <a:rPr lang="en-US" dirty="0" err="1"/>
              <a:t>clientId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val</a:t>
            </a:r>
            <a:r>
              <a:rPr lang="en-US" dirty="0"/>
              <a:t> options = </a:t>
            </a:r>
            <a:r>
              <a:rPr lang="en-US" dirty="0" err="1"/>
              <a:t>MqttConnectOptions</a:t>
            </a:r>
            <a:r>
              <a:rPr lang="en-US" dirty="0"/>
              <a:t>()</a:t>
            </a:r>
          </a:p>
          <a:p>
            <a:r>
              <a:rPr lang="en-US" dirty="0"/>
              <a:t>        </a:t>
            </a:r>
            <a:r>
              <a:rPr lang="en-US" dirty="0" err="1"/>
              <a:t>mqttClient.connect</a:t>
            </a:r>
            <a:r>
              <a:rPr lang="en-US" dirty="0"/>
              <a:t>(options, null, object : </a:t>
            </a:r>
            <a:r>
              <a:rPr lang="en-US" dirty="0" err="1"/>
              <a:t>IMqttActionListener</a:t>
            </a:r>
            <a:r>
              <a:rPr lang="en-US" dirty="0"/>
              <a:t> {</a:t>
            </a:r>
          </a:p>
          <a:p>
            <a:r>
              <a:rPr lang="en-US" dirty="0"/>
              <a:t>            override fun </a:t>
            </a:r>
            <a:r>
              <a:rPr lang="en-US" dirty="0" err="1"/>
              <a:t>onSuccess</a:t>
            </a:r>
            <a:r>
              <a:rPr lang="en-US" dirty="0"/>
              <a:t>(</a:t>
            </a:r>
            <a:r>
              <a:rPr lang="en-US" dirty="0" err="1"/>
              <a:t>asyncActionToken</a:t>
            </a:r>
            <a:r>
              <a:rPr lang="en-US" dirty="0"/>
              <a:t>: </a:t>
            </a:r>
            <a:r>
              <a:rPr lang="en-US" dirty="0" err="1"/>
              <a:t>IMqttToken</a:t>
            </a:r>
            <a:r>
              <a:rPr lang="en-US" dirty="0"/>
              <a:t>?) {</a:t>
            </a:r>
          </a:p>
          <a:p>
            <a:r>
              <a:rPr lang="en-US" dirty="0"/>
              <a:t>                </a:t>
            </a:r>
            <a:r>
              <a:rPr lang="en-US" dirty="0" err="1"/>
              <a:t>mqttClient.subscribe</a:t>
            </a:r>
            <a:r>
              <a:rPr lang="en-US" dirty="0"/>
              <a:t>("</a:t>
            </a:r>
            <a:r>
              <a:rPr lang="en-US" dirty="0" err="1"/>
              <a:t>iot</a:t>
            </a:r>
            <a:r>
              <a:rPr lang="en-US" dirty="0"/>
              <a:t>/devices/#", 0)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    override fun </a:t>
            </a:r>
            <a:r>
              <a:rPr lang="en-US" dirty="0" err="1"/>
              <a:t>onFailure</a:t>
            </a:r>
            <a:r>
              <a:rPr lang="en-US" dirty="0"/>
              <a:t>(</a:t>
            </a:r>
            <a:r>
              <a:rPr lang="en-US" dirty="0" err="1"/>
              <a:t>asyncActionToken</a:t>
            </a:r>
            <a:r>
              <a:rPr lang="en-US" dirty="0"/>
              <a:t>: </a:t>
            </a:r>
            <a:r>
              <a:rPr lang="en-US" dirty="0" err="1"/>
              <a:t>IMqttToken</a:t>
            </a:r>
            <a:r>
              <a:rPr lang="en-US" dirty="0"/>
              <a:t>?, exception: </a:t>
            </a:r>
            <a:r>
              <a:rPr lang="en-US" dirty="0" err="1"/>
              <a:t>Throwable</a:t>
            </a:r>
            <a:r>
              <a:rPr lang="en-US" dirty="0"/>
              <a:t>?) {</a:t>
            </a:r>
          </a:p>
          <a:p>
            <a:r>
              <a:rPr lang="en-US" dirty="0"/>
              <a:t>                </a:t>
            </a:r>
            <a:r>
              <a:rPr lang="en-US" dirty="0" err="1"/>
              <a:t>Log.e</a:t>
            </a:r>
            <a:r>
              <a:rPr lang="en-US" dirty="0"/>
              <a:t>("MQTT", "Connection failed: ${</a:t>
            </a:r>
            <a:r>
              <a:rPr lang="en-US" dirty="0" err="1"/>
              <a:t>exception?.message</a:t>
            </a:r>
            <a:r>
              <a:rPr lang="en-US" dirty="0"/>
              <a:t>}")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})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mqttClient.setCallback</a:t>
            </a:r>
            <a:r>
              <a:rPr lang="en-US" dirty="0"/>
              <a:t>(object : </a:t>
            </a:r>
            <a:r>
              <a:rPr lang="en-US" dirty="0" err="1"/>
              <a:t>MqttCallback</a:t>
            </a:r>
            <a:r>
              <a:rPr lang="en-US" dirty="0"/>
              <a:t> {</a:t>
            </a:r>
          </a:p>
          <a:p>
            <a:r>
              <a:rPr lang="en-US" dirty="0"/>
              <a:t>            override fun </a:t>
            </a:r>
            <a:r>
              <a:rPr lang="en-US" dirty="0" err="1"/>
              <a:t>messageArrived</a:t>
            </a:r>
            <a:r>
              <a:rPr lang="en-US" dirty="0"/>
              <a:t>(topic: String?, message: </a:t>
            </a:r>
            <a:r>
              <a:rPr lang="en-US" dirty="0" err="1"/>
              <a:t>MqttMessage</a:t>
            </a:r>
            <a:r>
              <a:rPr lang="en-US" dirty="0"/>
              <a:t>?) {</a:t>
            </a:r>
          </a:p>
          <a:p>
            <a:r>
              <a:rPr lang="en-US" dirty="0"/>
              <a:t>                </a:t>
            </a:r>
            <a:r>
              <a:rPr lang="en-US" dirty="0" err="1"/>
              <a:t>Log.d</a:t>
            </a:r>
            <a:r>
              <a:rPr lang="en-US" dirty="0"/>
              <a:t>("MQTT", "Message arrived: $topic -&gt; ${</a:t>
            </a:r>
            <a:r>
              <a:rPr lang="en-US" dirty="0" err="1"/>
              <a:t>message.toString</a:t>
            </a:r>
            <a:r>
              <a:rPr lang="en-US" dirty="0"/>
              <a:t>()}")</a:t>
            </a:r>
          </a:p>
          <a:p>
            <a:r>
              <a:rPr lang="en-US" dirty="0"/>
              <a:t>                </a:t>
            </a:r>
            <a:r>
              <a:rPr lang="en-US" dirty="0" err="1"/>
              <a:t>runOnUiThread</a:t>
            </a:r>
            <a:r>
              <a:rPr lang="en-US" dirty="0"/>
              <a:t> {</a:t>
            </a:r>
          </a:p>
          <a:p>
            <a:r>
              <a:rPr lang="en-US" dirty="0"/>
              <a:t>                    // Update UI if needed</a:t>
            </a:r>
          </a:p>
          <a:p>
            <a:r>
              <a:rPr lang="en-US" dirty="0"/>
              <a:t>                }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    override fun </a:t>
            </a:r>
            <a:r>
              <a:rPr lang="en-US" dirty="0" err="1"/>
              <a:t>connectionLost</a:t>
            </a:r>
            <a:r>
              <a:rPr lang="en-US" dirty="0"/>
              <a:t>(cause: </a:t>
            </a:r>
            <a:r>
              <a:rPr lang="en-US" dirty="0" err="1"/>
              <a:t>Throwable</a:t>
            </a:r>
            <a:r>
              <a:rPr lang="en-US" dirty="0"/>
              <a:t>?) {}</a:t>
            </a:r>
          </a:p>
          <a:p>
            <a:r>
              <a:rPr lang="en-US" dirty="0"/>
              <a:t>            override fun </a:t>
            </a:r>
            <a:r>
              <a:rPr lang="en-US" dirty="0" err="1"/>
              <a:t>deliveryComplete</a:t>
            </a:r>
            <a:r>
              <a:rPr lang="en-US" dirty="0"/>
              <a:t>(token: </a:t>
            </a:r>
            <a:r>
              <a:rPr lang="en-US" dirty="0" err="1"/>
              <a:t>IMqttDeliveryToken</a:t>
            </a:r>
            <a:r>
              <a:rPr lang="en-US" dirty="0"/>
              <a:t>?) {}</a:t>
            </a:r>
          </a:p>
          <a:p>
            <a:r>
              <a:rPr lang="en-US" dirty="0"/>
              <a:t>        })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 smtClean="0"/>
              <a:t>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77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deploy backend API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b="1" dirty="0"/>
              <a:t>frontend React</a:t>
            </a:r>
            <a:r>
              <a:rPr lang="en-US" sz="2800" dirty="0"/>
              <a:t> di local environment, </a:t>
            </a:r>
            <a:r>
              <a:rPr lang="en-US" sz="2800" dirty="0" err="1"/>
              <a:t>supaya</a:t>
            </a:r>
            <a:r>
              <a:rPr lang="en-US" sz="2800" dirty="0"/>
              <a:t> </a:t>
            </a:r>
            <a:r>
              <a:rPr lang="en-US" sz="2800" dirty="0" err="1" smtClean="0"/>
              <a:t>bisa</a:t>
            </a:r>
            <a:r>
              <a:rPr lang="en-US" sz="2800" dirty="0" smtClean="0"/>
              <a:t> </a:t>
            </a:r>
            <a:r>
              <a:rPr lang="en-US" sz="2800" dirty="0" err="1"/>
              <a:t>coba</a:t>
            </a:r>
            <a:r>
              <a:rPr lang="en-US" sz="2800" dirty="0"/>
              <a:t> running </a:t>
            </a:r>
            <a:r>
              <a:rPr lang="en-US" sz="2800" dirty="0" err="1"/>
              <a:t>sistem</a:t>
            </a:r>
            <a:r>
              <a:rPr lang="en-US" sz="2800" dirty="0"/>
              <a:t> </a:t>
            </a:r>
            <a:r>
              <a:rPr lang="en-US" sz="2800" dirty="0" err="1"/>
              <a:t>IoT</a:t>
            </a:r>
            <a:r>
              <a:rPr lang="en-US" sz="2800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4747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A. Setup </a:t>
            </a:r>
            <a:r>
              <a:rPr lang="en-US" b="1" dirty="0" err="1"/>
              <a:t>dan</a:t>
            </a:r>
            <a:r>
              <a:rPr lang="en-US" b="1" dirty="0"/>
              <a:t> Deploy Backend API (ASP.NET Core + MongoDB)</a:t>
            </a:r>
          </a:p>
          <a:p>
            <a:r>
              <a:rPr lang="en-US" b="1" dirty="0"/>
              <a:t>1. </a:t>
            </a:r>
            <a:r>
              <a:rPr lang="en-US" b="1" dirty="0" err="1"/>
              <a:t>Persiapan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Pastikan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install: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Visual Studio 2022 / VS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.NET SDK </a:t>
            </a:r>
            <a:r>
              <a:rPr lang="en-US" dirty="0" err="1"/>
              <a:t>terbaru</a:t>
            </a:r>
            <a:r>
              <a:rPr lang="en-US" dirty="0"/>
              <a:t> (minimal .NET 6 </a:t>
            </a:r>
            <a:r>
              <a:rPr lang="en-US" dirty="0" err="1"/>
              <a:t>atau</a:t>
            </a:r>
            <a:r>
              <a:rPr lang="en-US" dirty="0"/>
              <a:t> 7)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MongoDB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jalan</a:t>
            </a:r>
            <a:r>
              <a:rPr lang="en-US" dirty="0"/>
              <a:t> di </a:t>
            </a:r>
            <a:r>
              <a:rPr lang="en-US" dirty="0" err="1"/>
              <a:t>lokal</a:t>
            </a:r>
            <a:r>
              <a:rPr lang="en-US" dirty="0"/>
              <a:t> (default: localhost:27017)</a:t>
            </a:r>
          </a:p>
          <a:p>
            <a:r>
              <a:rPr lang="en-US" b="1" dirty="0"/>
              <a:t>2. </a:t>
            </a:r>
            <a:r>
              <a:rPr lang="en-US" b="1" dirty="0" err="1"/>
              <a:t>Buat</a:t>
            </a:r>
            <a:r>
              <a:rPr lang="en-US" b="1" dirty="0"/>
              <a:t> project ASP.NET Core Web API </a:t>
            </a:r>
            <a:r>
              <a:rPr lang="en-US" b="1" dirty="0" err="1"/>
              <a:t>baru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609600" y="3828107"/>
            <a:ext cx="489585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 err="1"/>
              <a:t>dotnet</a:t>
            </a:r>
            <a:r>
              <a:rPr lang="en-US" dirty="0"/>
              <a:t> new </a:t>
            </a:r>
            <a:r>
              <a:rPr lang="en-US" dirty="0" err="1"/>
              <a:t>webapi</a:t>
            </a:r>
            <a:r>
              <a:rPr lang="en-US" dirty="0"/>
              <a:t> -n </a:t>
            </a:r>
            <a:r>
              <a:rPr lang="en-US" dirty="0" err="1"/>
              <a:t>IoTDeviceManagerAPI</a:t>
            </a:r>
            <a:endParaRPr lang="en-US" dirty="0"/>
          </a:p>
          <a:p>
            <a:r>
              <a:rPr lang="en-US" dirty="0"/>
              <a:t>cd </a:t>
            </a:r>
            <a:r>
              <a:rPr lang="en-US" dirty="0" err="1"/>
              <a:t>IoTDeviceManagerAPI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4796482"/>
            <a:ext cx="3657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3. </a:t>
            </a:r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MongoDB driver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5255904"/>
            <a:ext cx="489585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 err="1"/>
              <a:t>dotnet</a:t>
            </a:r>
            <a:r>
              <a:rPr lang="en-US" dirty="0"/>
              <a:t> add package </a:t>
            </a:r>
            <a:r>
              <a:rPr lang="en-US" dirty="0" err="1"/>
              <a:t>MongoDB.Driver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477000" y="1245027"/>
            <a:ext cx="4370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/>
              <a:t>4. Tambahkan konfigurasi di appsettings.json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648450" y="1647260"/>
            <a:ext cx="4895850" cy="2585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"MongoDB": {</a:t>
            </a:r>
          </a:p>
          <a:p>
            <a:r>
              <a:rPr lang="en-US" dirty="0"/>
              <a:t>    "</a:t>
            </a:r>
            <a:r>
              <a:rPr lang="en-US" dirty="0" err="1"/>
              <a:t>ConnectionString</a:t>
            </a:r>
            <a:r>
              <a:rPr lang="en-US" dirty="0"/>
              <a:t>": "</a:t>
            </a:r>
            <a:r>
              <a:rPr lang="en-US" dirty="0" err="1"/>
              <a:t>mongodb</a:t>
            </a:r>
            <a:r>
              <a:rPr lang="en-US" dirty="0"/>
              <a:t>://localhost:27017",</a:t>
            </a:r>
          </a:p>
          <a:p>
            <a:r>
              <a:rPr lang="en-US" dirty="0"/>
              <a:t>    "Database": "</a:t>
            </a:r>
            <a:r>
              <a:rPr lang="en-US" dirty="0" err="1"/>
              <a:t>iotdb</a:t>
            </a:r>
            <a:r>
              <a:rPr lang="en-US" dirty="0"/>
              <a:t>"</a:t>
            </a:r>
          </a:p>
          <a:p>
            <a:r>
              <a:rPr lang="en-US" dirty="0"/>
              <a:t>  },</a:t>
            </a:r>
          </a:p>
          <a:p>
            <a:r>
              <a:rPr lang="en-US" dirty="0"/>
              <a:t>  //... </a:t>
            </a:r>
            <a:r>
              <a:rPr lang="en-US" dirty="0" err="1"/>
              <a:t>lainnya</a:t>
            </a:r>
            <a:endParaRPr lang="en-US" dirty="0"/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790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52425" y="437011"/>
            <a:ext cx="5038725" cy="39703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csharp</a:t>
            </a:r>
            <a:r>
              <a:rPr lang="en-US" dirty="0" smtClean="0"/>
              <a:t>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/>
              <a:t>using </a:t>
            </a:r>
            <a:r>
              <a:rPr lang="en-US" dirty="0" err="1"/>
              <a:t>MongoDB.Bson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MongoDB.Bson.Serialization.Attributes</a:t>
            </a:r>
            <a:r>
              <a:rPr lang="en-US" dirty="0"/>
              <a:t>;</a:t>
            </a:r>
          </a:p>
          <a:p>
            <a:r>
              <a:rPr lang="en-US" dirty="0"/>
              <a:t>using System;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DeviceData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[</a:t>
            </a:r>
            <a:r>
              <a:rPr lang="en-US" dirty="0" err="1"/>
              <a:t>BsonId</a:t>
            </a:r>
            <a:r>
              <a:rPr lang="en-US" dirty="0"/>
              <a:t>]</a:t>
            </a:r>
          </a:p>
          <a:p>
            <a:r>
              <a:rPr lang="en-US" dirty="0"/>
              <a:t>    [</a:t>
            </a:r>
            <a:r>
              <a:rPr lang="en-US" dirty="0" err="1"/>
              <a:t>BsonRepresentation</a:t>
            </a:r>
            <a:r>
              <a:rPr lang="en-US" dirty="0"/>
              <a:t>(</a:t>
            </a:r>
            <a:r>
              <a:rPr lang="en-US" dirty="0" err="1"/>
              <a:t>BsonType.ObjectId</a:t>
            </a:r>
            <a:r>
              <a:rPr lang="en-US" dirty="0"/>
              <a:t>)]</a:t>
            </a:r>
          </a:p>
          <a:p>
            <a:r>
              <a:rPr lang="en-US" dirty="0"/>
              <a:t>    public string Id { get; set; }</a:t>
            </a:r>
          </a:p>
          <a:p>
            <a:r>
              <a:rPr lang="en-US" dirty="0"/>
              <a:t>    public string Topic { get; set; }</a:t>
            </a:r>
          </a:p>
          <a:p>
            <a:r>
              <a:rPr lang="en-US" dirty="0"/>
              <a:t>    public string Payload { get; set; }</a:t>
            </a:r>
          </a:p>
          <a:p>
            <a:r>
              <a:rPr lang="en-US" dirty="0"/>
              <a:t>    public </a:t>
            </a:r>
            <a:r>
              <a:rPr lang="en-US" dirty="0" err="1"/>
              <a:t>DateTime</a:t>
            </a:r>
            <a:r>
              <a:rPr lang="en-US" dirty="0"/>
              <a:t> Timestamp { get; set; }</a:t>
            </a:r>
          </a:p>
          <a:p>
            <a:r>
              <a:rPr lang="en-US" dirty="0"/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5. </a:t>
            </a:r>
            <a:r>
              <a:rPr lang="en-US" b="1" dirty="0" err="1"/>
              <a:t>Buat</a:t>
            </a:r>
            <a:r>
              <a:rPr lang="en-US" b="1" dirty="0"/>
              <a:t> Model </a:t>
            </a:r>
            <a:r>
              <a:rPr lang="en-US" b="1" dirty="0" err="1"/>
              <a:t>DeviceData.cs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324600" y="11384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6. Setup service </a:t>
            </a:r>
            <a:r>
              <a:rPr lang="en-US" dirty="0" err="1"/>
              <a:t>MongoClient</a:t>
            </a:r>
            <a:r>
              <a:rPr lang="en-US" dirty="0"/>
              <a:t> di </a:t>
            </a:r>
            <a:r>
              <a:rPr lang="en-US" dirty="0" err="1"/>
              <a:t>Program.cs</a:t>
            </a:r>
            <a:r>
              <a:rPr lang="en-US" dirty="0"/>
              <a:t> (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Startup.cs</a:t>
            </a:r>
            <a:r>
              <a:rPr lang="en-US" dirty="0"/>
              <a:t> di .NET 6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bawah</a:t>
            </a:r>
            <a:r>
              <a:rPr lang="en-US" dirty="0"/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600" y="874021"/>
            <a:ext cx="5038725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/>
              <a:t>csharp</a:t>
            </a:r>
            <a:r>
              <a:rPr lang="en-US" dirty="0" smtClean="0"/>
              <a:t>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 err="1"/>
              <a:t>var</a:t>
            </a:r>
            <a:r>
              <a:rPr lang="en-US" dirty="0"/>
              <a:t> builder = </a:t>
            </a:r>
            <a:r>
              <a:rPr lang="en-US" dirty="0" err="1"/>
              <a:t>WebApplication.CreateBuilder</a:t>
            </a:r>
            <a:r>
              <a:rPr lang="en-US" dirty="0"/>
              <a:t>(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// MongoDB </a:t>
            </a:r>
            <a:r>
              <a:rPr lang="en-US" dirty="0" err="1"/>
              <a:t>config</a:t>
            </a:r>
            <a:endParaRPr lang="en-US" dirty="0"/>
          </a:p>
          <a:p>
            <a:r>
              <a:rPr lang="en-US" dirty="0" err="1"/>
              <a:t>builder.Services.AddSingleton</a:t>
            </a:r>
            <a:r>
              <a:rPr lang="en-US" dirty="0"/>
              <a:t>&lt;</a:t>
            </a:r>
            <a:r>
              <a:rPr lang="en-US" dirty="0" err="1"/>
              <a:t>IMongoClient</a:t>
            </a:r>
            <a:r>
              <a:rPr lang="en-US" dirty="0"/>
              <a:t>&gt;(</a:t>
            </a:r>
            <a:r>
              <a:rPr lang="en-US" dirty="0" err="1"/>
              <a:t>sp</a:t>
            </a:r>
            <a:r>
              <a:rPr lang="en-US" dirty="0"/>
              <a:t> =&gt;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var</a:t>
            </a:r>
            <a:r>
              <a:rPr lang="en-US" dirty="0"/>
              <a:t> settings = </a:t>
            </a:r>
            <a:r>
              <a:rPr lang="en-US" dirty="0" err="1"/>
              <a:t>builder.Configuration.GetSection</a:t>
            </a:r>
            <a:r>
              <a:rPr lang="en-US" dirty="0"/>
              <a:t>("MongoDB");</a:t>
            </a:r>
          </a:p>
          <a:p>
            <a:r>
              <a:rPr lang="en-US" dirty="0"/>
              <a:t>    return new </a:t>
            </a:r>
            <a:r>
              <a:rPr lang="en-US" dirty="0" err="1"/>
              <a:t>MongoClient</a:t>
            </a:r>
            <a:r>
              <a:rPr lang="en-US" dirty="0"/>
              <a:t>(settings["</a:t>
            </a:r>
            <a:r>
              <a:rPr lang="en-US" dirty="0" err="1"/>
              <a:t>ConnectionString</a:t>
            </a:r>
            <a:r>
              <a:rPr lang="en-US" dirty="0"/>
              <a:t>"]);</a:t>
            </a:r>
          </a:p>
          <a:p>
            <a:r>
              <a:rPr lang="en-US" dirty="0"/>
              <a:t>});</a:t>
            </a:r>
          </a:p>
          <a:p>
            <a:endParaRPr lang="en-US" dirty="0"/>
          </a:p>
          <a:p>
            <a:r>
              <a:rPr lang="en-US" dirty="0" err="1"/>
              <a:t>builder.Services.AddControllers</a:t>
            </a:r>
            <a:r>
              <a:rPr lang="en-US" dirty="0"/>
              <a:t>();</a:t>
            </a:r>
          </a:p>
          <a:p>
            <a:r>
              <a:rPr lang="en-US" dirty="0" err="1"/>
              <a:t>var</a:t>
            </a:r>
            <a:r>
              <a:rPr lang="en-US" dirty="0"/>
              <a:t> app = </a:t>
            </a:r>
            <a:r>
              <a:rPr lang="en-US" dirty="0" err="1"/>
              <a:t>builder.Build</a:t>
            </a:r>
            <a:r>
              <a:rPr lang="en-US" dirty="0"/>
              <a:t>();</a:t>
            </a:r>
          </a:p>
          <a:p>
            <a:r>
              <a:rPr lang="en-US" dirty="0" err="1"/>
              <a:t>app.MapControllers</a:t>
            </a:r>
            <a:r>
              <a:rPr lang="en-US" dirty="0"/>
              <a:t>();</a:t>
            </a:r>
          </a:p>
          <a:p>
            <a:r>
              <a:rPr lang="en-US" dirty="0" err="1"/>
              <a:t>app.Run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28110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52425" y="912134"/>
            <a:ext cx="584835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 err="1"/>
              <a:t>dotnet</a:t>
            </a:r>
            <a:r>
              <a:rPr lang="en-US" dirty="0"/>
              <a:t>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092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7. </a:t>
            </a:r>
            <a:r>
              <a:rPr lang="en-US" b="1" dirty="0" err="1"/>
              <a:t>Buat</a:t>
            </a:r>
            <a:r>
              <a:rPr lang="en-US" b="1" dirty="0"/>
              <a:t> Controller </a:t>
            </a:r>
            <a:r>
              <a:rPr lang="en-US" b="1" dirty="0" err="1" smtClean="0"/>
              <a:t>DeviceDataController.cs</a:t>
            </a:r>
            <a:endParaRPr lang="en-US" b="1" dirty="0" smtClean="0"/>
          </a:p>
          <a:p>
            <a:r>
              <a:rPr lang="en-US" b="1" dirty="0" smtClean="0"/>
              <a:t>(</a:t>
            </a:r>
            <a:r>
              <a:rPr lang="en-US" b="1" dirty="0" err="1"/>
              <a:t>sama</a:t>
            </a:r>
            <a:r>
              <a:rPr lang="en-US" b="1" dirty="0"/>
              <a:t> </a:t>
            </a:r>
            <a:r>
              <a:rPr lang="en-US" b="1" dirty="0" err="1"/>
              <a:t>seperti</a:t>
            </a:r>
            <a:r>
              <a:rPr lang="en-US" b="1" dirty="0"/>
              <a:t> yang </a:t>
            </a:r>
            <a:r>
              <a:rPr lang="en-US" b="1" dirty="0" err="1"/>
              <a:t>aku</a:t>
            </a:r>
            <a:r>
              <a:rPr lang="en-US" b="1" dirty="0"/>
              <a:t> </a:t>
            </a:r>
            <a:r>
              <a:rPr lang="en-US" b="1" dirty="0" err="1"/>
              <a:t>buat</a:t>
            </a:r>
            <a:r>
              <a:rPr lang="en-US" b="1" dirty="0"/>
              <a:t> </a:t>
            </a:r>
            <a:r>
              <a:rPr lang="en-US" b="1" dirty="0" err="1" smtClean="0"/>
              <a:t>sebelumnya</a:t>
            </a:r>
            <a:endParaRPr lang="en-US" b="1" dirty="0" smtClean="0"/>
          </a:p>
          <a:p>
            <a:r>
              <a:rPr lang="en-US" dirty="0"/>
              <a:t>8. </a:t>
            </a:r>
            <a:r>
              <a:rPr lang="en-US" dirty="0" err="1"/>
              <a:t>Jalankan</a:t>
            </a:r>
            <a:r>
              <a:rPr lang="en-US" dirty="0"/>
              <a:t> API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17460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B. Setup Frontend React</a:t>
            </a:r>
          </a:p>
          <a:p>
            <a:r>
              <a:rPr lang="en-US" b="1" dirty="0"/>
              <a:t>1. </a:t>
            </a:r>
            <a:r>
              <a:rPr lang="en-US" b="1" dirty="0" err="1"/>
              <a:t>Buat</a:t>
            </a:r>
            <a:r>
              <a:rPr lang="en-US" b="1" dirty="0"/>
              <a:t> project React (</a:t>
            </a:r>
            <a:r>
              <a:rPr lang="en-US" b="1" dirty="0" err="1"/>
              <a:t>pakai</a:t>
            </a:r>
            <a:r>
              <a:rPr lang="en-US" b="1" dirty="0"/>
              <a:t> create-react-app)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447255"/>
            <a:ext cx="584835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 err="1"/>
              <a:t>npx</a:t>
            </a:r>
            <a:r>
              <a:rPr lang="en-US" dirty="0"/>
              <a:t> create-react-app </a:t>
            </a:r>
            <a:r>
              <a:rPr lang="en-US" dirty="0" err="1"/>
              <a:t>iot</a:t>
            </a:r>
            <a:r>
              <a:rPr lang="en-US" dirty="0"/>
              <a:t>-frontend</a:t>
            </a:r>
          </a:p>
          <a:p>
            <a:r>
              <a:rPr lang="en-US" dirty="0"/>
              <a:t>cd </a:t>
            </a:r>
            <a:r>
              <a:rPr lang="en-US" dirty="0" err="1"/>
              <a:t>iot</a:t>
            </a:r>
            <a:r>
              <a:rPr lang="en-US" dirty="0"/>
              <a:t>-frontend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342546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2. </a:t>
            </a:r>
            <a:r>
              <a:rPr lang="en-US" dirty="0" err="1"/>
              <a:t>Ganti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/App.js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fetch data </a:t>
            </a:r>
            <a:r>
              <a:rPr lang="en-US" dirty="0" err="1"/>
              <a:t>dari</a:t>
            </a:r>
            <a:r>
              <a:rPr lang="en-US" dirty="0"/>
              <a:t> backend (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aku</a:t>
            </a:r>
            <a:r>
              <a:rPr lang="en-US" dirty="0"/>
              <a:t> </a:t>
            </a:r>
            <a:r>
              <a:rPr lang="en-US" dirty="0" err="1"/>
              <a:t>kasih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 smtClean="0"/>
              <a:t>)</a:t>
            </a:r>
          </a:p>
          <a:p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en-US" dirty="0" err="1"/>
              <a:t>Jalankan</a:t>
            </a:r>
            <a:r>
              <a:rPr lang="en-US" dirty="0"/>
              <a:t> 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425" y="4478886"/>
            <a:ext cx="584835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bash					</a:t>
            </a:r>
            <a:r>
              <a:rPr lang="en-US" dirty="0" err="1" smtClean="0"/>
              <a:t>salin</a:t>
            </a:r>
            <a:r>
              <a:rPr lang="en-US" dirty="0" smtClean="0"/>
              <a:t>   edit</a:t>
            </a:r>
          </a:p>
          <a:p>
            <a:r>
              <a:rPr lang="en-US" dirty="0" err="1"/>
              <a:t>npm</a:t>
            </a:r>
            <a:r>
              <a:rPr lang="en-US" dirty="0"/>
              <a:t> 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425" y="5381894"/>
            <a:ext cx="383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/>
              <a:t>Frontend jalan di http://localhost:3000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448425" y="231264"/>
            <a:ext cx="574357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C. Testing </a:t>
            </a:r>
            <a:r>
              <a:rPr lang="en-US" dirty="0" smtClean="0"/>
              <a:t>End-to-End</a:t>
            </a:r>
          </a:p>
          <a:p>
            <a:r>
              <a:rPr lang="en-US" dirty="0" err="1" smtClean="0"/>
              <a:t>Pastikan</a:t>
            </a:r>
            <a:r>
              <a:rPr lang="en-US" dirty="0" smtClean="0"/>
              <a:t> </a:t>
            </a:r>
            <a:r>
              <a:rPr lang="en-US" dirty="0"/>
              <a:t>MongoDB </a:t>
            </a:r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data di collection </a:t>
            </a:r>
            <a:r>
              <a:rPr lang="en-US" dirty="0" err="1"/>
              <a:t>device_data</a:t>
            </a:r>
            <a:r>
              <a:rPr lang="en-US" dirty="0"/>
              <a:t> (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pakai</a:t>
            </a:r>
            <a:r>
              <a:rPr lang="en-US" dirty="0"/>
              <a:t> MongoDB Compass </a:t>
            </a:r>
            <a:r>
              <a:rPr lang="en-US" dirty="0" err="1"/>
              <a:t>untuk</a:t>
            </a:r>
            <a:r>
              <a:rPr lang="en-US" dirty="0"/>
              <a:t> insert manual data </a:t>
            </a:r>
            <a:r>
              <a:rPr lang="en-US" dirty="0" err="1"/>
              <a:t>contoh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Jalankan</a:t>
            </a:r>
            <a:r>
              <a:rPr lang="en-US" dirty="0" smtClean="0"/>
              <a:t> </a:t>
            </a:r>
            <a:r>
              <a:rPr lang="en-US" dirty="0"/>
              <a:t>Backend API (</a:t>
            </a:r>
            <a:r>
              <a:rPr lang="en-US" dirty="0" err="1"/>
              <a:t>dotnet</a:t>
            </a:r>
            <a:r>
              <a:rPr lang="en-US" dirty="0"/>
              <a:t> run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Jalankan</a:t>
            </a:r>
            <a:r>
              <a:rPr lang="en-US" dirty="0" smtClean="0"/>
              <a:t> </a:t>
            </a:r>
            <a:r>
              <a:rPr lang="en-US" dirty="0"/>
              <a:t>Frontend React (</a:t>
            </a:r>
            <a:r>
              <a:rPr lang="en-US" dirty="0" err="1"/>
              <a:t>npm</a:t>
            </a:r>
            <a:r>
              <a:rPr lang="en-US" dirty="0"/>
              <a:t> start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Buka</a:t>
            </a:r>
            <a:r>
              <a:rPr lang="en-US" dirty="0" smtClean="0"/>
              <a:t> </a:t>
            </a:r>
            <a:r>
              <a:rPr lang="en-US" dirty="0"/>
              <a:t>browser </a:t>
            </a:r>
            <a:r>
              <a:rPr lang="en-US" dirty="0" err="1"/>
              <a:t>ke</a:t>
            </a:r>
            <a:r>
              <a:rPr lang="en-US" dirty="0"/>
              <a:t> http://localhost:3000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lihat</a:t>
            </a:r>
            <a:r>
              <a:rPr lang="en-US" dirty="0"/>
              <a:t> data device </a:t>
            </a:r>
            <a:r>
              <a:rPr lang="en-US" dirty="0" err="1" smtClean="0"/>
              <a:t>tampil</a:t>
            </a:r>
            <a:endParaRPr lang="en-US" dirty="0" smtClean="0"/>
          </a:p>
          <a:p>
            <a:r>
              <a:rPr lang="en-US" dirty="0" err="1" smtClean="0"/>
              <a:t>Opsional</a:t>
            </a:r>
            <a:r>
              <a:rPr lang="en-US" dirty="0"/>
              <a:t>: </a:t>
            </a:r>
            <a:r>
              <a:rPr lang="en-US" dirty="0" err="1"/>
              <a:t>Tambahkan</a:t>
            </a:r>
            <a:r>
              <a:rPr lang="en-US" dirty="0"/>
              <a:t> MQTT Broker </a:t>
            </a:r>
            <a:r>
              <a:rPr lang="en-US" dirty="0" err="1"/>
              <a:t>lokal</a:t>
            </a:r>
            <a:r>
              <a:rPr lang="en-US" dirty="0"/>
              <a:t> (</a:t>
            </a:r>
            <a:r>
              <a:rPr lang="en-US" dirty="0" err="1"/>
              <a:t>Mosquitto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Kalau</a:t>
            </a:r>
            <a:r>
              <a:rPr lang="en-US" dirty="0" smtClean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coba</a:t>
            </a:r>
            <a:r>
              <a:rPr lang="en-US" dirty="0"/>
              <a:t> full stack </a:t>
            </a:r>
            <a:r>
              <a:rPr lang="en-US" dirty="0" err="1"/>
              <a:t>IoT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MQTT</a:t>
            </a:r>
            <a:r>
              <a:rPr lang="en-US" dirty="0" smtClean="0"/>
              <a:t>:</a:t>
            </a:r>
          </a:p>
          <a:p>
            <a:r>
              <a:rPr lang="en-US" dirty="0" smtClean="0"/>
              <a:t>Install </a:t>
            </a:r>
            <a:r>
              <a:rPr lang="en-US" dirty="0" err="1"/>
              <a:t>Mosquitto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https://mosquitto.org/download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r>
              <a:rPr lang="en-US" dirty="0" err="1" smtClean="0"/>
              <a:t>Jalankan</a:t>
            </a:r>
            <a:r>
              <a:rPr lang="en-US" dirty="0" smtClean="0"/>
              <a:t> </a:t>
            </a:r>
            <a:r>
              <a:rPr lang="en-US" dirty="0" err="1"/>
              <a:t>mosquitto</a:t>
            </a:r>
            <a:r>
              <a:rPr lang="en-US" dirty="0"/>
              <a:t> broker di </a:t>
            </a:r>
            <a:r>
              <a:rPr lang="en-US" dirty="0" smtClean="0"/>
              <a:t>localhost</a:t>
            </a:r>
          </a:p>
          <a:p>
            <a:r>
              <a:rPr lang="en-US" dirty="0" err="1" smtClean="0"/>
              <a:t>Pakai</a:t>
            </a:r>
            <a:r>
              <a:rPr lang="en-US" dirty="0" smtClean="0"/>
              <a:t> </a:t>
            </a:r>
            <a:r>
              <a:rPr lang="en-US" dirty="0"/>
              <a:t>MQTT client </a:t>
            </a:r>
            <a:r>
              <a:rPr lang="en-US" dirty="0" err="1"/>
              <a:t>untuk</a:t>
            </a:r>
            <a:r>
              <a:rPr lang="en-US" dirty="0"/>
              <a:t> publish topic (</a:t>
            </a:r>
            <a:r>
              <a:rPr lang="en-US" dirty="0" err="1"/>
              <a:t>misal</a:t>
            </a:r>
            <a:r>
              <a:rPr lang="en-US" dirty="0"/>
              <a:t> </a:t>
            </a:r>
            <a:r>
              <a:rPr lang="en-US" dirty="0" err="1"/>
              <a:t>iot</a:t>
            </a:r>
            <a:r>
              <a:rPr lang="en-US" dirty="0"/>
              <a:t>/devices/temp </a:t>
            </a:r>
            <a:r>
              <a:rPr lang="en-US" dirty="0" err="1"/>
              <a:t>dsb</a:t>
            </a:r>
            <a:r>
              <a:rPr lang="en-US" dirty="0" smtClean="0"/>
              <a:t>)</a:t>
            </a:r>
          </a:p>
          <a:p>
            <a:r>
              <a:rPr lang="en-US" dirty="0" smtClean="0"/>
              <a:t>Backend </a:t>
            </a:r>
            <a:r>
              <a:rPr lang="en-US" dirty="0"/>
              <a:t>API </a:t>
            </a:r>
            <a:r>
              <a:rPr lang="en-US" dirty="0" err="1"/>
              <a:t>bisa</a:t>
            </a:r>
            <a:r>
              <a:rPr lang="en-US" dirty="0"/>
              <a:t> listen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simpan</a:t>
            </a:r>
            <a:r>
              <a:rPr lang="en-US" dirty="0"/>
              <a:t> data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smtClean="0"/>
              <a:t>MongoDB</a:t>
            </a:r>
          </a:p>
          <a:p>
            <a:r>
              <a:rPr lang="en-US" dirty="0" smtClean="0"/>
              <a:t>Frontend </a:t>
            </a:r>
            <a:r>
              <a:rPr lang="en-US" dirty="0"/>
              <a:t>fetch data </a:t>
            </a:r>
            <a:r>
              <a:rPr lang="en-US" dirty="0" err="1"/>
              <a:t>dari</a:t>
            </a:r>
            <a:r>
              <a:rPr lang="en-US" dirty="0"/>
              <a:t> backend</a:t>
            </a:r>
          </a:p>
        </p:txBody>
      </p:sp>
    </p:spTree>
    <p:extLst>
      <p:ext uri="{BB962C8B-B14F-4D97-AF65-F5344CB8AC3E}">
        <p14:creationId xmlns:p14="http://schemas.microsoft.com/office/powerpoint/2010/main" val="292834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deploy</a:t>
            </a:r>
            <a:r>
              <a:rPr lang="fr-FR" b="1" dirty="0"/>
              <a:t> di server (VPS / cloud)</a:t>
            </a:r>
            <a:r>
              <a:rPr lang="fr-FR" dirty="0"/>
              <a:t> </a:t>
            </a:r>
            <a:r>
              <a:rPr lang="fr-FR" dirty="0" err="1"/>
              <a:t>atau</a:t>
            </a:r>
            <a:r>
              <a:rPr lang="fr-FR" dirty="0"/>
              <a:t> </a:t>
            </a:r>
            <a:r>
              <a:rPr lang="fr-FR" dirty="0" err="1"/>
              <a:t>buatkan</a:t>
            </a:r>
            <a:r>
              <a:rPr lang="fr-FR" dirty="0"/>
              <a:t> tutorial </a:t>
            </a:r>
            <a:r>
              <a:rPr lang="fr-FR" dirty="0" err="1"/>
              <a:t>bikin</a:t>
            </a:r>
            <a:r>
              <a:rPr lang="fr-FR" dirty="0"/>
              <a:t> </a:t>
            </a:r>
            <a:r>
              <a:rPr lang="fr-FR" b="1" dirty="0"/>
              <a:t>Android MQTT client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38150" y="1942237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Tutorial </a:t>
            </a:r>
            <a:r>
              <a:rPr lang="en-US" dirty="0" err="1"/>
              <a:t>lengkap</a:t>
            </a:r>
            <a:r>
              <a:rPr lang="en-US" dirty="0"/>
              <a:t> setup MQTT broker </a:t>
            </a:r>
            <a:r>
              <a:rPr lang="en-US" dirty="0" err="1"/>
              <a:t>Mosquitto</a:t>
            </a:r>
            <a:r>
              <a:rPr lang="en-US" dirty="0"/>
              <a:t> di </a:t>
            </a:r>
            <a:r>
              <a:rPr lang="en-US" dirty="0" err="1"/>
              <a:t>lokal</a:t>
            </a:r>
            <a:r>
              <a:rPr lang="en-US" dirty="0"/>
              <a:t> +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smtClean="0"/>
              <a:t>publish/subscribe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Cara </a:t>
            </a:r>
            <a:r>
              <a:rPr lang="en-US" dirty="0"/>
              <a:t>deploy backend API + frontend React </a:t>
            </a:r>
            <a:r>
              <a:rPr lang="en-US" dirty="0" err="1"/>
              <a:t>ke</a:t>
            </a:r>
            <a:r>
              <a:rPr lang="en-US" dirty="0"/>
              <a:t> VPS (</a:t>
            </a:r>
            <a:r>
              <a:rPr lang="en-US" dirty="0" err="1"/>
              <a:t>DigitalOcean</a:t>
            </a:r>
            <a:r>
              <a:rPr lang="en-US" dirty="0"/>
              <a:t>, AWS, </a:t>
            </a:r>
            <a:r>
              <a:rPr lang="en-US" dirty="0" err="1"/>
              <a:t>dll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/>
              <a:t>program Android MQTT client </a:t>
            </a:r>
            <a:r>
              <a:rPr lang="en-US" dirty="0" err="1"/>
              <a:t>untuk</a:t>
            </a:r>
            <a:r>
              <a:rPr lang="en-US" dirty="0"/>
              <a:t> connect </a:t>
            </a:r>
            <a:r>
              <a:rPr lang="en-US" dirty="0" err="1"/>
              <a:t>ke</a:t>
            </a:r>
            <a:r>
              <a:rPr lang="en-US" dirty="0"/>
              <a:t> broker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tampilkan</a:t>
            </a:r>
            <a:r>
              <a:rPr lang="en-US" dirty="0"/>
              <a:t> </a:t>
            </a:r>
            <a:r>
              <a:rPr lang="en-US" dirty="0" smtClean="0"/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/>
              <a:t>kamu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di project </a:t>
            </a:r>
            <a:r>
              <a:rPr lang="en-US" dirty="0" err="1"/>
              <a:t>IoT</a:t>
            </a:r>
            <a:r>
              <a:rPr lang="en-US" dirty="0"/>
              <a:t> </a:t>
            </a:r>
            <a:r>
              <a:rPr lang="en-US" dirty="0" err="1"/>
              <a:t>DeviceManager</a:t>
            </a:r>
            <a:r>
              <a:rPr lang="en-US" dirty="0"/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0394" y="6033188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29589" y="5894689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7" name="Rectangle 6"/>
          <p:cNvSpPr/>
          <p:nvPr/>
        </p:nvSpPr>
        <p:spPr>
          <a:xfrm>
            <a:off x="8514754" y="6171688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922794" y="6310187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8286" y="6425603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954" y="6556454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349166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28870</TotalTime>
  <Words>2175</Words>
  <Application>Microsoft Office PowerPoint</Application>
  <PresentationFormat>Widescreen</PresentationFormat>
  <Paragraphs>944</Paragraphs>
  <Slides>43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Malgun Gothic</vt:lpstr>
      <vt:lpstr>Arial</vt:lpstr>
      <vt:lpstr>Arial Unicode MS</vt:lpstr>
      <vt:lpstr>Calibri</vt:lpstr>
      <vt:lpstr>Calibri Light</vt:lpstr>
      <vt:lpstr>Wingdings</vt:lpstr>
      <vt:lpstr>Office Theme</vt:lpstr>
      <vt:lpstr>PowerPoint Presentation</vt:lpstr>
      <vt:lpstr>Project 1_Home Lock</vt:lpstr>
      <vt:lpstr>HomeLock</vt:lpstr>
      <vt:lpstr>PowerPoint Presentation</vt:lpstr>
      <vt:lpstr>PowerPoint Presentation</vt:lpstr>
      <vt:lpstr>PowerPoint Presentation</vt:lpstr>
      <vt:lpstr>PowerPoint Presentation</vt:lpstr>
      <vt:lpstr>1. IoT Device</vt:lpstr>
      <vt:lpstr>2. MQTT Broker</vt:lpstr>
      <vt:lpstr>3. Backend API (ASP.NET Core)</vt:lpstr>
      <vt:lpstr>4. MongoDB</vt:lpstr>
      <vt:lpstr>5. Web Interface (Angular)</vt:lpstr>
      <vt:lpstr>6. Android App (Xamarin)</vt:lpstr>
      <vt:lpstr>1. IoT Device (Python MQTT Client contoh sederhana)</vt:lpstr>
      <vt:lpstr>2. MQTT Broker (Mosquitto di Ubuntu)</vt:lpstr>
      <vt:lpstr>3. Backend API (ASP.NET Core minimal example + MQTT subscribe)</vt:lpstr>
      <vt:lpstr>Pastikan kamu sudah install NuGet package:</vt:lpstr>
      <vt:lpstr>5. Web Interface (Angular minimal)</vt:lpstr>
      <vt:lpstr>6. Android App (Xamarin example snippet)</vt:lpstr>
      <vt:lpstr>Step-by-step</vt:lpstr>
      <vt:lpstr>PowerPoint Presentation</vt:lpstr>
      <vt:lpstr>1. Install dan konfigurasi MQTT Broker (Mosquitto)</vt:lpstr>
      <vt:lpstr>2. Backend API (ASP.NET Core) Setup dan konfigurasi</vt:lpstr>
      <vt:lpstr>3. MongoDB install dan konfigurasi</vt:lpstr>
      <vt:lpstr>4. Web Interface Setup (contoh Angular)</vt:lpstr>
      <vt:lpstr>5. Android App Setup (opsional)</vt:lpstr>
      <vt:lpstr>1. Backend API (ASP.NET Core) Minimal</vt:lpstr>
      <vt:lpstr>2. Angular Web Interface - Service to call Backend API</vt:lpstr>
      <vt:lpstr>2. Angular Web Interface - Service to call Backend API (cont’s)</vt:lpstr>
      <vt:lpstr>3. Android MQTT Client Example (Kotlin)</vt:lpstr>
      <vt:lpstr>4. Testing MQTT with Mosquitto Client</vt:lpstr>
      <vt:lpstr>sistem IoT sesuai arsitektur </vt:lpstr>
      <vt:lpstr>Step 1: Setup MQTT Broker dengan Mosquitto (Docker) </vt:lpstr>
      <vt:lpstr>Step 4: Angular Frontend</vt:lpstr>
      <vt:lpstr>docker-compose.yml yang menggabungkan MongoDB dan Mosquitto MQTT Broker</vt:lpstr>
      <vt:lpstr>PowerPoint Presentation</vt:lpstr>
      <vt:lpstr>PowerPoint Presentation</vt:lpstr>
      <vt:lpstr>PowerPoint Presentation</vt:lpstr>
      <vt:lpstr>PowerPoint Presentation</vt:lpstr>
      <vt:lpstr>deploy backend API dan frontend React di local environment, supaya bisa coba running sistem IoT </vt:lpstr>
      <vt:lpstr>PowerPoint Presentation</vt:lpstr>
      <vt:lpstr>PowerPoint Presentation</vt:lpstr>
      <vt:lpstr>deploy di server (VPS / cloud) atau buatkan tutorial bikin Android MQTT client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</dc:title>
  <dc:creator>pds</dc:creator>
  <cp:lastModifiedBy>Gde</cp:lastModifiedBy>
  <cp:revision>222</cp:revision>
  <dcterms:created xsi:type="dcterms:W3CDTF">2024-07-11T17:06:45Z</dcterms:created>
  <dcterms:modified xsi:type="dcterms:W3CDTF">2025-10-21T09:58:53Z</dcterms:modified>
</cp:coreProperties>
</file>